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  <p:sldMasterId id="2147483690" r:id="rId3"/>
    <p:sldMasterId id="2147483691" r:id="rId4"/>
  </p:sldMasterIdLst>
  <p:notesMasterIdLst>
    <p:notesMasterId r:id="rId43"/>
  </p:notesMasterIdLst>
  <p:sldIdLst>
    <p:sldId id="256" r:id="rId5"/>
    <p:sldId id="296" r:id="rId6"/>
    <p:sldId id="300" r:id="rId7"/>
    <p:sldId id="301" r:id="rId8"/>
    <p:sldId id="303" r:id="rId9"/>
    <p:sldId id="304" r:id="rId10"/>
    <p:sldId id="307" r:id="rId11"/>
    <p:sldId id="309" r:id="rId12"/>
    <p:sldId id="310" r:id="rId13"/>
    <p:sldId id="277" r:id="rId14"/>
    <p:sldId id="315" r:id="rId15"/>
    <p:sldId id="316" r:id="rId16"/>
    <p:sldId id="274" r:id="rId17"/>
    <p:sldId id="312" r:id="rId18"/>
    <p:sldId id="317" r:id="rId19"/>
    <p:sldId id="270" r:id="rId20"/>
    <p:sldId id="328" r:id="rId21"/>
    <p:sldId id="329" r:id="rId22"/>
    <p:sldId id="320" r:id="rId23"/>
    <p:sldId id="321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22" r:id="rId32"/>
    <p:sldId id="323" r:id="rId33"/>
    <p:sldId id="324" r:id="rId34"/>
    <p:sldId id="325" r:id="rId35"/>
    <p:sldId id="326" r:id="rId36"/>
    <p:sldId id="327" r:id="rId37"/>
    <p:sldId id="337" r:id="rId38"/>
    <p:sldId id="267" r:id="rId39"/>
    <p:sldId id="268" r:id="rId40"/>
    <p:sldId id="319" r:id="rId41"/>
    <p:sldId id="338" r:id="rId42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44"/>
      <p:bold r:id="rId45"/>
      <p:italic r:id="rId46"/>
      <p:boldItalic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Lora" pitchFamily="2" charset="-52"/>
      <p:regular r:id="rId52"/>
      <p:bold r:id="rId53"/>
      <p:italic r:id="rId54"/>
      <p:boldItalic r:id="rId55"/>
    </p:embeddedFont>
    <p:embeddedFont>
      <p:font typeface="Lora Medium" pitchFamily="2" charset="-52"/>
      <p:regular r:id="rId56"/>
      <p:bold r:id="rId57"/>
      <p:italic r:id="rId58"/>
      <p:boldItalic r:id="rId59"/>
    </p:embeddedFont>
    <p:embeddedFont>
      <p:font typeface="Merriweather" panose="00000500000000000000" pitchFamily="2" charset="-52"/>
      <p:regular r:id="rId60"/>
      <p:bold r:id="rId61"/>
      <p:italic r:id="rId62"/>
      <p:boldItalic r:id="rId63"/>
    </p:embeddedFont>
    <p:embeddedFont>
      <p:font typeface="Montserrat" panose="00000500000000000000" pitchFamily="2" charset="-52"/>
      <p:regular r:id="rId64"/>
      <p:bold r:id="rId65"/>
      <p:italic r:id="rId66"/>
      <p:boldItalic r:id="rId67"/>
    </p:embeddedFont>
    <p:embeddedFont>
      <p:font typeface="Montserrat SemiBold" panose="00000700000000000000" pitchFamily="2" charset="-52"/>
      <p:regular r:id="rId68"/>
      <p:bold r:id="rId69"/>
      <p:italic r:id="rId70"/>
      <p:boldItalic r:id="rId71"/>
    </p:embeddedFont>
    <p:embeddedFont>
      <p:font typeface="Proxima Nova" panose="020B0604020202020204" charset="0"/>
      <p:regular r:id="rId72"/>
      <p:bold r:id="rId73"/>
      <p:italic r:id="rId74"/>
      <p:boldItalic r:id="rId75"/>
    </p:embeddedFont>
    <p:embeddedFont>
      <p:font typeface="Raleway" pitchFamily="2" charset="-52"/>
      <p:regular r:id="rId76"/>
      <p:bold r:id="rId77"/>
      <p:italic r:id="rId78"/>
      <p:boldItalic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67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311"/>
    <a:srgbClr val="A2DA37"/>
    <a:srgbClr val="1F1503"/>
    <a:srgbClr val="00080B"/>
    <a:srgbClr val="F2F5A8"/>
    <a:srgbClr val="D2D502"/>
    <a:srgbClr val="000000"/>
    <a:srgbClr val="D1A45A"/>
    <a:srgbClr val="239FDB"/>
    <a:srgbClr val="0A4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E0F2FF-F788-4445-85A3-AE1D4BCFED4B}">
  <a:tblStyle styleId="{94E0F2FF-F788-4445-85A3-AE1D4BCFED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1C5AD7-2263-46D5-B08A-9BE6A92B2B9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8" y="318"/>
      </p:cViewPr>
      <p:guideLst>
        <p:guide orient="horz" pos="5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63" Type="http://schemas.openxmlformats.org/officeDocument/2006/relationships/font" Target="fonts/font20.fntdata"/><Relationship Id="rId68" Type="http://schemas.openxmlformats.org/officeDocument/2006/relationships/font" Target="fonts/font25.fntdata"/><Relationship Id="rId84" Type="http://schemas.microsoft.com/office/2016/11/relationships/changesInfo" Target="changesInfos/changesInfo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74" Type="http://schemas.openxmlformats.org/officeDocument/2006/relationships/font" Target="fonts/font31.fntdata"/><Relationship Id="rId79" Type="http://schemas.openxmlformats.org/officeDocument/2006/relationships/font" Target="fonts/font36.fntdata"/><Relationship Id="rId5" Type="http://schemas.openxmlformats.org/officeDocument/2006/relationships/slide" Target="slides/slide1.xml"/><Relationship Id="rId61" Type="http://schemas.openxmlformats.org/officeDocument/2006/relationships/font" Target="fonts/font18.fntdata"/><Relationship Id="rId82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font" Target="fonts/font21.fntdata"/><Relationship Id="rId69" Type="http://schemas.openxmlformats.org/officeDocument/2006/relationships/font" Target="fonts/font26.fntdata"/><Relationship Id="rId77" Type="http://schemas.openxmlformats.org/officeDocument/2006/relationships/font" Target="fonts/font34.fntdata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72" Type="http://schemas.openxmlformats.org/officeDocument/2006/relationships/font" Target="fonts/font29.fntdata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67" Type="http://schemas.openxmlformats.org/officeDocument/2006/relationships/font" Target="fonts/font2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62" Type="http://schemas.openxmlformats.org/officeDocument/2006/relationships/font" Target="fonts/font19.fntdata"/><Relationship Id="rId70" Type="http://schemas.openxmlformats.org/officeDocument/2006/relationships/font" Target="fonts/font27.fntdata"/><Relationship Id="rId75" Type="http://schemas.openxmlformats.org/officeDocument/2006/relationships/font" Target="fonts/font32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font" Target="fonts/font22.fntdata"/><Relationship Id="rId73" Type="http://schemas.openxmlformats.org/officeDocument/2006/relationships/font" Target="fonts/font30.fntdata"/><Relationship Id="rId78" Type="http://schemas.openxmlformats.org/officeDocument/2006/relationships/font" Target="fonts/font35.fntdata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6" Type="http://schemas.openxmlformats.org/officeDocument/2006/relationships/font" Target="fonts/font33.fntdata"/><Relationship Id="rId7" Type="http://schemas.openxmlformats.org/officeDocument/2006/relationships/slide" Target="slides/slide3.xml"/><Relationship Id="rId71" Type="http://schemas.openxmlformats.org/officeDocument/2006/relationships/font" Target="fonts/font28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66" Type="http://schemas.openxmlformats.org/officeDocument/2006/relationships/font" Target="fonts/font2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Hurzhii" userId="62c2fb49-6924-4c2f-9e31-d3156f11d9c3" providerId="ADAL" clId="{F69AAE0F-1411-4537-9B0D-56BCBD629C2F}"/>
    <pc:docChg chg="undo custSel delSld modSld">
      <pc:chgData name="Anna Hurzhii" userId="62c2fb49-6924-4c2f-9e31-d3156f11d9c3" providerId="ADAL" clId="{F69AAE0F-1411-4537-9B0D-56BCBD629C2F}" dt="2026-06-08T12:09:15.038" v="139" actId="1076"/>
      <pc:docMkLst>
        <pc:docMk/>
      </pc:docMkLst>
      <pc:sldChg chg="addSp delSp modSp mod">
        <pc:chgData name="Anna Hurzhii" userId="62c2fb49-6924-4c2f-9e31-d3156f11d9c3" providerId="ADAL" clId="{F69AAE0F-1411-4537-9B0D-56BCBD629C2F}" dt="2026-06-08T12:09:15.038" v="139" actId="1076"/>
        <pc:sldMkLst>
          <pc:docMk/>
          <pc:sldMk cId="0" sldId="256"/>
        </pc:sldMkLst>
        <pc:spChg chg="mod">
          <ac:chgData name="Anna Hurzhii" userId="62c2fb49-6924-4c2f-9e31-d3156f11d9c3" providerId="ADAL" clId="{F69AAE0F-1411-4537-9B0D-56BCBD629C2F}" dt="2026-06-08T10:28:06.353" v="29" actId="14100"/>
          <ac:spMkLst>
            <pc:docMk/>
            <pc:sldMk cId="0" sldId="256"/>
            <ac:spMk id="234" creationId="{00000000-0000-0000-0000-000000000000}"/>
          </ac:spMkLst>
        </pc:spChg>
        <pc:grpChg chg="mod">
          <ac:chgData name="Anna Hurzhii" userId="62c2fb49-6924-4c2f-9e31-d3156f11d9c3" providerId="ADAL" clId="{F69AAE0F-1411-4537-9B0D-56BCBD629C2F}" dt="2026-06-08T12:09:15.038" v="139" actId="1076"/>
          <ac:grpSpMkLst>
            <pc:docMk/>
            <pc:sldMk cId="0" sldId="256"/>
            <ac:grpSpMk id="218" creationId="{00000000-0000-0000-0000-000000000000}"/>
          </ac:grpSpMkLst>
        </pc:grpChg>
        <pc:picChg chg="add del mod">
          <ac:chgData name="Anna Hurzhii" userId="62c2fb49-6924-4c2f-9e31-d3156f11d9c3" providerId="ADAL" clId="{F69AAE0F-1411-4537-9B0D-56BCBD629C2F}" dt="2026-06-08T10:27:01.506" v="18" actId="931"/>
          <ac:picMkLst>
            <pc:docMk/>
            <pc:sldMk cId="0" sldId="256"/>
            <ac:picMk id="3" creationId="{8A5A2DF0-DFBA-D728-50AF-4FAA6F0DE325}"/>
          </ac:picMkLst>
        </pc:picChg>
        <pc:picChg chg="add del mod">
          <ac:chgData name="Anna Hurzhii" userId="62c2fb49-6924-4c2f-9e31-d3156f11d9c3" providerId="ADAL" clId="{F69AAE0F-1411-4537-9B0D-56BCBD629C2F}" dt="2026-06-08T10:27:23.934" v="25" actId="931"/>
          <ac:picMkLst>
            <pc:docMk/>
            <pc:sldMk cId="0" sldId="256"/>
            <ac:picMk id="5" creationId="{E958D4A4-B3D5-15A7-43DD-422AD15D360B}"/>
          </ac:picMkLst>
        </pc:picChg>
        <pc:picChg chg="add del">
          <ac:chgData name="Anna Hurzhii" userId="62c2fb49-6924-4c2f-9e31-d3156f11d9c3" providerId="ADAL" clId="{F69AAE0F-1411-4537-9B0D-56BCBD629C2F}" dt="2026-06-08T10:27:28.779" v="26" actId="478"/>
          <ac:picMkLst>
            <pc:docMk/>
            <pc:sldMk cId="0" sldId="256"/>
            <ac:picMk id="22" creationId="{5102AF31-A045-4B53-85F1-3F391CD887D6}"/>
          </ac:picMkLst>
        </pc:picChg>
      </pc:sldChg>
      <pc:sldChg chg="del">
        <pc:chgData name="Anna Hurzhii" userId="62c2fb49-6924-4c2f-9e31-d3156f11d9c3" providerId="ADAL" clId="{F69AAE0F-1411-4537-9B0D-56BCBD629C2F}" dt="2026-06-08T11:59:15.846" v="31" actId="47"/>
        <pc:sldMkLst>
          <pc:docMk/>
          <pc:sldMk cId="3700772602" sldId="271"/>
        </pc:sldMkLst>
      </pc:sldChg>
      <pc:sldChg chg="modSp mod">
        <pc:chgData name="Anna Hurzhii" userId="62c2fb49-6924-4c2f-9e31-d3156f11d9c3" providerId="ADAL" clId="{F69AAE0F-1411-4537-9B0D-56BCBD629C2F}" dt="2026-06-08T12:06:17.350" v="138" actId="20577"/>
        <pc:sldMkLst>
          <pc:docMk/>
          <pc:sldMk cId="337495207" sldId="277"/>
        </pc:sldMkLst>
        <pc:spChg chg="mod">
          <ac:chgData name="Anna Hurzhii" userId="62c2fb49-6924-4c2f-9e31-d3156f11d9c3" providerId="ADAL" clId="{F69AAE0F-1411-4537-9B0D-56BCBD629C2F}" dt="2026-06-08T12:06:17.350" v="138" actId="20577"/>
          <ac:spMkLst>
            <pc:docMk/>
            <pc:sldMk cId="337495207" sldId="277"/>
            <ac:spMk id="4" creationId="{C39421F2-B555-4DBD-890B-FF6F8DF89DA8}"/>
          </ac:spMkLst>
        </pc:spChg>
      </pc:sldChg>
      <pc:sldChg chg="modSp mod">
        <pc:chgData name="Anna Hurzhii" userId="62c2fb49-6924-4c2f-9e31-d3156f11d9c3" providerId="ADAL" clId="{F69AAE0F-1411-4537-9B0D-56BCBD629C2F}" dt="2026-06-08T12:05:22.219" v="136" actId="14100"/>
        <pc:sldMkLst>
          <pc:docMk/>
          <pc:sldMk cId="1206739373" sldId="312"/>
        </pc:sldMkLst>
        <pc:graphicFrameChg chg="mod modGraphic">
          <ac:chgData name="Anna Hurzhii" userId="62c2fb49-6924-4c2f-9e31-d3156f11d9c3" providerId="ADAL" clId="{F69AAE0F-1411-4537-9B0D-56BCBD629C2F}" dt="2026-06-08T12:05:22.219" v="136" actId="14100"/>
          <ac:graphicFrameMkLst>
            <pc:docMk/>
            <pc:sldMk cId="1206739373" sldId="312"/>
            <ac:graphicFrameMk id="7" creationId="{145B8BA9-4516-4C03-B70F-E9AAB4321941}"/>
          </ac:graphicFrameMkLst>
        </pc:graphicFrameChg>
      </pc:sldChg>
    </pc:docChg>
  </pc:docChgLst>
  <pc:docChgLst>
    <pc:chgData name="Anna Hurzhii" userId="a74e980083277f71" providerId="LiveId" clId="{B9402932-CD63-49DF-8407-6317C1D3E93E}"/>
    <pc:docChg chg="modSld">
      <pc:chgData name="Anna Hurzhii" userId="a74e980083277f71" providerId="LiveId" clId="{B9402932-CD63-49DF-8407-6317C1D3E93E}" dt="2026-10-26T11:41:41.576" v="16" actId="1076"/>
      <pc:docMkLst>
        <pc:docMk/>
      </pc:docMkLst>
      <pc:sldChg chg="modSp mod">
        <pc:chgData name="Anna Hurzhii" userId="a74e980083277f71" providerId="LiveId" clId="{B9402932-CD63-49DF-8407-6317C1D3E93E}" dt="2026-10-26T11:41:41.576" v="16" actId="1076"/>
        <pc:sldMkLst>
          <pc:docMk/>
          <pc:sldMk cId="0" sldId="256"/>
        </pc:sldMkLst>
        <pc:spChg chg="mod">
          <ac:chgData name="Anna Hurzhii" userId="a74e980083277f71" providerId="LiveId" clId="{B9402932-CD63-49DF-8407-6317C1D3E93E}" dt="2026-10-26T11:41:41.576" v="16" actId="1076"/>
          <ac:spMkLst>
            <pc:docMk/>
            <pc:sldMk cId="0" sldId="256"/>
            <ac:spMk id="233" creationId="{00000000-0000-0000-0000-000000000000}"/>
          </ac:spMkLst>
        </pc:spChg>
        <pc:spChg chg="mod">
          <ac:chgData name="Anna Hurzhii" userId="a74e980083277f71" providerId="LiveId" clId="{B9402932-CD63-49DF-8407-6317C1D3E93E}" dt="2026-10-26T11:39:00.187" v="1" actId="207"/>
          <ac:spMkLst>
            <pc:docMk/>
            <pc:sldMk cId="0" sldId="256"/>
            <ac:spMk id="234" creationId="{00000000-0000-0000-0000-000000000000}"/>
          </ac:spMkLst>
        </pc:spChg>
      </pc:sldChg>
    </pc:docChg>
  </pc:docChgLst>
  <pc:docChgLst>
    <pc:chgData name="Anna Hurzhii" userId="a74e980083277f71" providerId="LiveId" clId="{C99638FF-4BFF-48CF-9132-033C5B6DC3AF}"/>
    <pc:docChg chg="undo custSel delSld modSld sldOrd">
      <pc:chgData name="Anna Hurzhii" userId="a74e980083277f71" providerId="LiveId" clId="{C99638FF-4BFF-48CF-9132-033C5B6DC3AF}" dt="2026-10-26T13:19:07.491" v="527" actId="207"/>
      <pc:docMkLst>
        <pc:docMk/>
      </pc:docMkLst>
      <pc:sldChg chg="modSp mod setBg">
        <pc:chgData name="Anna Hurzhii" userId="a74e980083277f71" providerId="LiveId" clId="{C99638FF-4BFF-48CF-9132-033C5B6DC3AF}" dt="2026-10-26T13:16:43.702" v="449" actId="1076"/>
        <pc:sldMkLst>
          <pc:docMk/>
          <pc:sldMk cId="3924374354" sldId="267"/>
        </pc:sldMkLst>
        <pc:spChg chg="mod">
          <ac:chgData name="Anna Hurzhii" userId="a74e980083277f71" providerId="LiveId" clId="{C99638FF-4BFF-48CF-9132-033C5B6DC3AF}" dt="2026-10-26T13:16:43.702" v="449" actId="1076"/>
          <ac:spMkLst>
            <pc:docMk/>
            <pc:sldMk cId="3924374354" sldId="267"/>
            <ac:spMk id="3" creationId="{C86E2E0B-4160-47B2-B503-28DE4314E448}"/>
          </ac:spMkLst>
        </pc:spChg>
      </pc:sldChg>
      <pc:sldChg chg="delSp modSp mod setBg">
        <pc:chgData name="Anna Hurzhii" userId="a74e980083277f71" providerId="LiveId" clId="{C99638FF-4BFF-48CF-9132-033C5B6DC3AF}" dt="2026-10-26T13:19:07.491" v="527" actId="207"/>
        <pc:sldMkLst>
          <pc:docMk/>
          <pc:sldMk cId="1212217399" sldId="268"/>
        </pc:sldMkLst>
        <pc:spChg chg="mod">
          <ac:chgData name="Anna Hurzhii" userId="a74e980083277f71" providerId="LiveId" clId="{C99638FF-4BFF-48CF-9132-033C5B6DC3AF}" dt="2026-10-26T13:19:07.491" v="527" actId="207"/>
          <ac:spMkLst>
            <pc:docMk/>
            <pc:sldMk cId="1212217399" sldId="268"/>
            <ac:spMk id="6" creationId="{BBEB82B0-3ABB-4296-ABF5-5A5798F41DDC}"/>
          </ac:spMkLst>
        </pc:spChg>
        <pc:picChg chg="del mod">
          <ac:chgData name="Anna Hurzhii" userId="a74e980083277f71" providerId="LiveId" clId="{C99638FF-4BFF-48CF-9132-033C5B6DC3AF}" dt="2026-10-26T13:11:24.653" v="229" actId="478"/>
          <ac:picMkLst>
            <pc:docMk/>
            <pc:sldMk cId="1212217399" sldId="268"/>
            <ac:picMk id="4" creationId="{3BC2987E-8FB3-49AE-842D-E81F2FAB23D5}"/>
          </ac:picMkLst>
        </pc:picChg>
      </pc:sldChg>
      <pc:sldChg chg="del ord">
        <pc:chgData name="Anna Hurzhii" userId="a74e980083277f71" providerId="LiveId" clId="{C99638FF-4BFF-48CF-9132-033C5B6DC3AF}" dt="2026-10-26T13:10:45.685" v="226" actId="47"/>
        <pc:sldMkLst>
          <pc:docMk/>
          <pc:sldMk cId="1109278783" sldId="318"/>
        </pc:sldMkLst>
      </pc:sldChg>
      <pc:sldChg chg="setBg">
        <pc:chgData name="Anna Hurzhii" userId="a74e980083277f71" providerId="LiveId" clId="{C99638FF-4BFF-48CF-9132-033C5B6DC3AF}" dt="2026-10-26T13:18:13.662" v="524"/>
        <pc:sldMkLst>
          <pc:docMk/>
          <pc:sldMk cId="3253370509" sldId="319"/>
        </pc:sldMkLst>
      </pc:sldChg>
      <pc:sldChg chg="addSp delSp modSp mod modNotesTx">
        <pc:chgData name="Anna Hurzhii" userId="a74e980083277f71" providerId="LiveId" clId="{C99638FF-4BFF-48CF-9132-033C5B6DC3AF}" dt="2026-10-26T12:42:34.971" v="85" actId="207"/>
        <pc:sldMkLst>
          <pc:docMk/>
          <pc:sldMk cId="0" sldId="321"/>
        </pc:sldMkLst>
        <pc:spChg chg="mod">
          <ac:chgData name="Anna Hurzhii" userId="a74e980083277f71" providerId="LiveId" clId="{C99638FF-4BFF-48CF-9132-033C5B6DC3AF}" dt="2026-10-26T12:42:34.971" v="85" actId="207"/>
          <ac:spMkLst>
            <pc:docMk/>
            <pc:sldMk cId="0" sldId="321"/>
            <ac:spMk id="8" creationId="{59855AD4-D8B9-4C39-9B37-BE0406873AF4}"/>
          </ac:spMkLst>
        </pc:spChg>
        <pc:spChg chg="mod">
          <ac:chgData name="Anna Hurzhii" userId="a74e980083277f71" providerId="LiveId" clId="{C99638FF-4BFF-48CF-9132-033C5B6DC3AF}" dt="2026-10-26T12:41:17.978" v="73" actId="207"/>
          <ac:spMkLst>
            <pc:docMk/>
            <pc:sldMk cId="0" sldId="321"/>
            <ac:spMk id="10" creationId="{D4845C07-4856-4E23-AC15-14548224DC6B}"/>
          </ac:spMkLst>
        </pc:spChg>
        <pc:spChg chg="mod">
          <ac:chgData name="Anna Hurzhii" userId="a74e980083277f71" providerId="LiveId" clId="{C99638FF-4BFF-48CF-9132-033C5B6DC3AF}" dt="2026-10-26T12:41:55.918" v="81" actId="14100"/>
          <ac:spMkLst>
            <pc:docMk/>
            <pc:sldMk cId="0" sldId="321"/>
            <ac:spMk id="12" creationId="{83475B03-FC18-4A41-94F1-56CDD06F0BBD}"/>
          </ac:spMkLst>
        </pc:spChg>
        <pc:spChg chg="mod">
          <ac:chgData name="Anna Hurzhii" userId="a74e980083277f71" providerId="LiveId" clId="{C99638FF-4BFF-48CF-9132-033C5B6DC3AF}" dt="2026-10-26T12:42:30.957" v="84" actId="207"/>
          <ac:spMkLst>
            <pc:docMk/>
            <pc:sldMk cId="0" sldId="321"/>
            <ac:spMk id="16" creationId="{771DB593-DD07-4FAA-881D-6EE5FAEFA275}"/>
          </ac:spMkLst>
        </pc:spChg>
        <pc:picChg chg="del mod">
          <ac:chgData name="Anna Hurzhii" userId="a74e980083277f71" providerId="LiveId" clId="{C99638FF-4BFF-48CF-9132-033C5B6DC3AF}" dt="2026-10-26T12:39:10.585" v="60" actId="478"/>
          <ac:picMkLst>
            <pc:docMk/>
            <pc:sldMk cId="0" sldId="321"/>
            <ac:picMk id="1026" creationId="{FCA88F78-5E0D-4774-964D-88340497F7AF}"/>
          </ac:picMkLst>
        </pc:picChg>
        <pc:picChg chg="add mod">
          <ac:chgData name="Anna Hurzhii" userId="a74e980083277f71" providerId="LiveId" clId="{C99638FF-4BFF-48CF-9132-033C5B6DC3AF}" dt="2026-10-26T12:40:29.589" v="66" actId="14100"/>
          <ac:picMkLst>
            <pc:docMk/>
            <pc:sldMk cId="0" sldId="321"/>
            <ac:picMk id="3074" creationId="{8EB04502-40E3-4354-B44B-C34E381E90AD}"/>
          </ac:picMkLst>
        </pc:picChg>
      </pc:sldChg>
      <pc:sldChg chg="modSp mod">
        <pc:chgData name="Anna Hurzhii" userId="a74e980083277f71" providerId="LiveId" clId="{C99638FF-4BFF-48CF-9132-033C5B6DC3AF}" dt="2026-10-26T13:10:15.048" v="225" actId="1076"/>
        <pc:sldMkLst>
          <pc:docMk/>
          <pc:sldMk cId="0" sldId="327"/>
        </pc:sldMkLst>
        <pc:spChg chg="mod">
          <ac:chgData name="Anna Hurzhii" userId="a74e980083277f71" providerId="LiveId" clId="{C99638FF-4BFF-48CF-9132-033C5B6DC3AF}" dt="2026-10-26T13:10:12.640" v="224" actId="14100"/>
          <ac:spMkLst>
            <pc:docMk/>
            <pc:sldMk cId="0" sldId="327"/>
            <ac:spMk id="109" creationId="{00000000-0000-0000-0000-000000000000}"/>
          </ac:spMkLst>
        </pc:spChg>
        <pc:picChg chg="mod">
          <ac:chgData name="Anna Hurzhii" userId="a74e980083277f71" providerId="LiveId" clId="{C99638FF-4BFF-48CF-9132-033C5B6DC3AF}" dt="2026-10-26T13:10:15.048" v="225" actId="1076"/>
          <ac:picMkLst>
            <pc:docMk/>
            <pc:sldMk cId="0" sldId="327"/>
            <ac:picMk id="7170" creationId="{FD2AAC96-51BD-46CE-B7A4-093439950EB3}"/>
          </ac:picMkLst>
        </pc:picChg>
      </pc:sldChg>
      <pc:sldChg chg="addSp delSp modSp mod setBg">
        <pc:chgData name="Anna Hurzhii" userId="a74e980083277f71" providerId="LiveId" clId="{C99638FF-4BFF-48CF-9132-033C5B6DC3AF}" dt="2026-10-26T12:31:54.965" v="29"/>
        <pc:sldMkLst>
          <pc:docMk/>
          <pc:sldMk cId="0" sldId="328"/>
        </pc:sldMkLst>
        <pc:spChg chg="mod">
          <ac:chgData name="Anna Hurzhii" userId="a74e980083277f71" providerId="LiveId" clId="{C99638FF-4BFF-48CF-9132-033C5B6DC3AF}" dt="2026-10-26T12:31:04.084" v="27" actId="1076"/>
          <ac:spMkLst>
            <pc:docMk/>
            <pc:sldMk cId="0" sldId="328"/>
            <ac:spMk id="2" creationId="{00000000-0000-0000-0000-000000000000}"/>
          </ac:spMkLst>
        </pc:spChg>
        <pc:spChg chg="del mod">
          <ac:chgData name="Anna Hurzhii" userId="a74e980083277f71" providerId="LiveId" clId="{C99638FF-4BFF-48CF-9132-033C5B6DC3AF}" dt="2026-10-26T12:29:52.702" v="7" actId="478"/>
          <ac:spMkLst>
            <pc:docMk/>
            <pc:sldMk cId="0" sldId="328"/>
            <ac:spMk id="3" creationId="{00000000-0000-0000-0000-000000000000}"/>
          </ac:spMkLst>
        </pc:spChg>
        <pc:picChg chg="add del mod">
          <ac:chgData name="Anna Hurzhii" userId="a74e980083277f71" providerId="LiveId" clId="{C99638FF-4BFF-48CF-9132-033C5B6DC3AF}" dt="2026-10-26T12:29:52.702" v="7" actId="478"/>
          <ac:picMkLst>
            <pc:docMk/>
            <pc:sldMk cId="0" sldId="328"/>
            <ac:picMk id="1026" creationId="{483F3DD5-A233-4FB8-A378-EAF931A79BE7}"/>
          </ac:picMkLst>
        </pc:picChg>
        <pc:picChg chg="add mod">
          <ac:chgData name="Anna Hurzhii" userId="a74e980083277f71" providerId="LiveId" clId="{C99638FF-4BFF-48CF-9132-033C5B6DC3AF}" dt="2026-10-26T12:31:12.462" v="28" actId="14100"/>
          <ac:picMkLst>
            <pc:docMk/>
            <pc:sldMk cId="0" sldId="328"/>
            <ac:picMk id="1028" creationId="{ABD8B428-9247-4CF1-98BC-6A333AA9E54A}"/>
          </ac:picMkLst>
        </pc:picChg>
      </pc:sldChg>
      <pc:sldChg chg="addSp delSp modSp mod setBg modNotesTx">
        <pc:chgData name="Anna Hurzhii" userId="a74e980083277f71" providerId="LiveId" clId="{C99638FF-4BFF-48CF-9132-033C5B6DC3AF}" dt="2026-10-26T12:40:38.833" v="68"/>
        <pc:sldMkLst>
          <pc:docMk/>
          <pc:sldMk cId="0" sldId="329"/>
        </pc:sldMkLst>
        <pc:spChg chg="mod">
          <ac:chgData name="Anna Hurzhii" userId="a74e980083277f71" providerId="LiveId" clId="{C99638FF-4BFF-48CF-9132-033C5B6DC3AF}" dt="2026-10-26T12:35:24.297" v="55" actId="207"/>
          <ac:spMkLst>
            <pc:docMk/>
            <pc:sldMk cId="0" sldId="329"/>
            <ac:spMk id="2" creationId="{00000000-0000-0000-0000-000000000000}"/>
          </ac:spMkLst>
        </pc:spChg>
        <pc:spChg chg="del mod">
          <ac:chgData name="Anna Hurzhii" userId="a74e980083277f71" providerId="LiveId" clId="{C99638FF-4BFF-48CF-9132-033C5B6DC3AF}" dt="2026-10-26T12:34:10.384" v="39" actId="478"/>
          <ac:spMkLst>
            <pc:docMk/>
            <pc:sldMk cId="0" sldId="329"/>
            <ac:spMk id="4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35:11.343" v="51" actId="207"/>
          <ac:spMkLst>
            <pc:docMk/>
            <pc:sldMk cId="0" sldId="329"/>
            <ac:spMk id="5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35:46.174" v="57" actId="1076"/>
          <ac:spMkLst>
            <pc:docMk/>
            <pc:sldMk cId="0" sldId="329"/>
            <ac:spMk id="6" creationId="{00000000-0000-0000-0000-000000000000}"/>
          </ac:spMkLst>
        </pc:spChg>
        <pc:picChg chg="mod">
          <ac:chgData name="Anna Hurzhii" userId="a74e980083277f71" providerId="LiveId" clId="{C99638FF-4BFF-48CF-9132-033C5B6DC3AF}" dt="2026-10-26T12:35:28.015" v="56" actId="14100"/>
          <ac:picMkLst>
            <pc:docMk/>
            <pc:sldMk cId="0" sldId="329"/>
            <ac:picMk id="3" creationId="{00000000-0000-0000-0000-000000000000}"/>
          </ac:picMkLst>
        </pc:picChg>
        <pc:picChg chg="add del mod">
          <ac:chgData name="Anna Hurzhii" userId="a74e980083277f71" providerId="LiveId" clId="{C99638FF-4BFF-48CF-9132-033C5B6DC3AF}" dt="2026-10-26T12:34:10.384" v="39" actId="478"/>
          <ac:picMkLst>
            <pc:docMk/>
            <pc:sldMk cId="0" sldId="329"/>
            <ac:picMk id="2050" creationId="{00FC2610-60A9-4510-AB99-B29405E9B123}"/>
          </ac:picMkLst>
        </pc:picChg>
        <pc:picChg chg="add mod">
          <ac:chgData name="Anna Hurzhii" userId="a74e980083277f71" providerId="LiveId" clId="{C99638FF-4BFF-48CF-9132-033C5B6DC3AF}" dt="2026-10-26T12:34:31.600" v="47" actId="14100"/>
          <ac:picMkLst>
            <pc:docMk/>
            <pc:sldMk cId="0" sldId="329"/>
            <ac:picMk id="2052" creationId="{E59E31A2-64D2-49C0-A252-8683BCF77E62}"/>
          </ac:picMkLst>
        </pc:picChg>
      </pc:sldChg>
      <pc:sldChg chg="modSp mod">
        <pc:chgData name="Anna Hurzhii" userId="a74e980083277f71" providerId="LiveId" clId="{C99638FF-4BFF-48CF-9132-033C5B6DC3AF}" dt="2026-10-26T12:45:06.400" v="98" actId="1076"/>
        <pc:sldMkLst>
          <pc:docMk/>
          <pc:sldMk cId="0" sldId="332"/>
        </pc:sldMkLst>
        <pc:spChg chg="mod">
          <ac:chgData name="Anna Hurzhii" userId="a74e980083277f71" providerId="LiveId" clId="{C99638FF-4BFF-48CF-9132-033C5B6DC3AF}" dt="2026-10-26T12:45:06.400" v="98" actId="1076"/>
          <ac:spMkLst>
            <pc:docMk/>
            <pc:sldMk cId="0" sldId="332"/>
            <ac:spMk id="2" creationId="{00000000-0000-0000-0000-000000000000}"/>
          </ac:spMkLst>
        </pc:spChg>
      </pc:sldChg>
      <pc:sldChg chg="addSp delSp modSp mod modNotesTx">
        <pc:chgData name="Anna Hurzhii" userId="a74e980083277f71" providerId="LiveId" clId="{C99638FF-4BFF-48CF-9132-033C5B6DC3AF}" dt="2026-10-26T12:45:29.816" v="101" actId="1076"/>
        <pc:sldMkLst>
          <pc:docMk/>
          <pc:sldMk cId="0" sldId="333"/>
        </pc:sldMkLst>
        <pc:spChg chg="mod">
          <ac:chgData name="Anna Hurzhii" userId="a74e980083277f71" providerId="LiveId" clId="{C99638FF-4BFF-48CF-9132-033C5B6DC3AF}" dt="2026-10-26T12:45:26.613" v="100" actId="1076"/>
          <ac:spMkLst>
            <pc:docMk/>
            <pc:sldMk cId="0" sldId="333"/>
            <ac:spMk id="2" creationId="{00000000-0000-0000-0000-000000000000}"/>
          </ac:spMkLst>
        </pc:spChg>
        <pc:spChg chg="del">
          <ac:chgData name="Anna Hurzhii" userId="a74e980083277f71" providerId="LiveId" clId="{C99638FF-4BFF-48CF-9132-033C5B6DC3AF}" dt="2026-10-26T12:43:41.317" v="86" actId="478"/>
          <ac:spMkLst>
            <pc:docMk/>
            <pc:sldMk cId="0" sldId="333"/>
            <ac:spMk id="7" creationId="{00000000-0000-0000-0000-000000000000}"/>
          </ac:spMkLst>
        </pc:spChg>
        <pc:picChg chg="add mod">
          <ac:chgData name="Anna Hurzhii" userId="a74e980083277f71" providerId="LiveId" clId="{C99638FF-4BFF-48CF-9132-033C5B6DC3AF}" dt="2026-10-26T12:45:29.816" v="101" actId="1076"/>
          <ac:picMkLst>
            <pc:docMk/>
            <pc:sldMk cId="0" sldId="333"/>
            <ac:picMk id="4098" creationId="{E117F18F-0A6D-472C-9A47-6E2F76A90EF6}"/>
          </ac:picMkLst>
        </pc:picChg>
      </pc:sldChg>
      <pc:sldChg chg="addSp delSp modSp mod modNotesTx">
        <pc:chgData name="Anna Hurzhii" userId="a74e980083277f71" providerId="LiveId" clId="{C99638FF-4BFF-48CF-9132-033C5B6DC3AF}" dt="2026-10-26T12:48:44.897" v="120" actId="1076"/>
        <pc:sldMkLst>
          <pc:docMk/>
          <pc:sldMk cId="0" sldId="334"/>
        </pc:sldMkLst>
        <pc:spChg chg="mod">
          <ac:chgData name="Anna Hurzhii" userId="a74e980083277f71" providerId="LiveId" clId="{C99638FF-4BFF-48CF-9132-033C5B6DC3AF}" dt="2026-10-26T12:45:47.873" v="103" actId="1076"/>
          <ac:spMkLst>
            <pc:docMk/>
            <pc:sldMk cId="0" sldId="334"/>
            <ac:spMk id="2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48:44.897" v="120" actId="1076"/>
          <ac:spMkLst>
            <pc:docMk/>
            <pc:sldMk cId="0" sldId="334"/>
            <ac:spMk id="3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48:23.410" v="114" actId="1076"/>
          <ac:spMkLst>
            <pc:docMk/>
            <pc:sldMk cId="0" sldId="334"/>
            <ac:spMk id="4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48:17.405" v="113" actId="1076"/>
          <ac:spMkLst>
            <pc:docMk/>
            <pc:sldMk cId="0" sldId="334"/>
            <ac:spMk id="5" creationId="{00000000-0000-0000-0000-000000000000}"/>
          </ac:spMkLst>
        </pc:spChg>
        <pc:spChg chg="del">
          <ac:chgData name="Anna Hurzhii" userId="a74e980083277f71" providerId="LiveId" clId="{C99638FF-4BFF-48CF-9132-033C5B6DC3AF}" dt="2026-10-26T12:47:00.528" v="105" actId="478"/>
          <ac:spMkLst>
            <pc:docMk/>
            <pc:sldMk cId="0" sldId="334"/>
            <ac:spMk id="7" creationId="{00000000-0000-0000-0000-000000000000}"/>
          </ac:spMkLst>
        </pc:spChg>
        <pc:picChg chg="add mod">
          <ac:chgData name="Anna Hurzhii" userId="a74e980083277f71" providerId="LiveId" clId="{C99638FF-4BFF-48CF-9132-033C5B6DC3AF}" dt="2026-10-26T12:48:40.340" v="119" actId="1076"/>
          <ac:picMkLst>
            <pc:docMk/>
            <pc:sldMk cId="0" sldId="334"/>
            <ac:picMk id="5122" creationId="{54F671DD-D375-4956-9933-9E92C97ADD2E}"/>
          </ac:picMkLst>
        </pc:picChg>
      </pc:sldChg>
      <pc:sldChg chg="addSp delSp modSp mod setBg modNotesTx">
        <pc:chgData name="Anna Hurzhii" userId="a74e980083277f71" providerId="LiveId" clId="{C99638FF-4BFF-48CF-9132-033C5B6DC3AF}" dt="2026-10-26T13:04:02.830" v="185"/>
        <pc:sldMkLst>
          <pc:docMk/>
          <pc:sldMk cId="0" sldId="335"/>
        </pc:sldMkLst>
        <pc:spChg chg="mod">
          <ac:chgData name="Anna Hurzhii" userId="a74e980083277f71" providerId="LiveId" clId="{C99638FF-4BFF-48CF-9132-033C5B6DC3AF}" dt="2026-10-26T13:03:34.730" v="181" actId="1076"/>
          <ac:spMkLst>
            <pc:docMk/>
            <pc:sldMk cId="0" sldId="335"/>
            <ac:spMk id="2" creationId="{00000000-0000-0000-0000-000000000000}"/>
          </ac:spMkLst>
        </pc:spChg>
        <pc:spChg chg="mod">
          <ac:chgData name="Anna Hurzhii" userId="a74e980083277f71" providerId="LiveId" clId="{C99638FF-4BFF-48CF-9132-033C5B6DC3AF}" dt="2026-10-26T13:03:39.771" v="182" actId="1076"/>
          <ac:spMkLst>
            <pc:docMk/>
            <pc:sldMk cId="0" sldId="335"/>
            <ac:spMk id="3" creationId="{00000000-0000-0000-0000-000000000000}"/>
          </ac:spMkLst>
        </pc:spChg>
        <pc:spChg chg="mod">
          <ac:chgData name="Anna Hurzhii" userId="a74e980083277f71" providerId="LiveId" clId="{C99638FF-4BFF-48CF-9132-033C5B6DC3AF}" dt="2026-10-26T13:03:50.648" v="184" actId="1076"/>
          <ac:spMkLst>
            <pc:docMk/>
            <pc:sldMk cId="0" sldId="335"/>
            <ac:spMk id="4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57:25.438" v="164" actId="1076"/>
          <ac:spMkLst>
            <pc:docMk/>
            <pc:sldMk cId="0" sldId="335"/>
            <ac:spMk id="5" creationId="{00000000-0000-0000-0000-000000000000}"/>
          </ac:spMkLst>
        </pc:spChg>
        <pc:spChg chg="del">
          <ac:chgData name="Anna Hurzhii" userId="a74e980083277f71" providerId="LiveId" clId="{C99638FF-4BFF-48CF-9132-033C5B6DC3AF}" dt="2026-10-26T12:57:40.561" v="169" actId="478"/>
          <ac:spMkLst>
            <pc:docMk/>
            <pc:sldMk cId="0" sldId="335"/>
            <ac:spMk id="7" creationId="{00000000-0000-0000-0000-000000000000}"/>
          </ac:spMkLst>
        </pc:spChg>
        <pc:picChg chg="add mod modCrop">
          <ac:chgData name="Anna Hurzhii" userId="a74e980083277f71" providerId="LiveId" clId="{C99638FF-4BFF-48CF-9132-033C5B6DC3AF}" dt="2026-10-26T13:03:28.092" v="180" actId="1076"/>
          <ac:picMkLst>
            <pc:docMk/>
            <pc:sldMk cId="0" sldId="335"/>
            <ac:picMk id="9" creationId="{A1AD260B-C254-4CFD-8F17-6BE0F875FE3F}"/>
          </ac:picMkLst>
        </pc:picChg>
      </pc:sldChg>
      <pc:sldChg chg="addSp delSp modSp mod modNotesTx">
        <pc:chgData name="Anna Hurzhii" userId="a74e980083277f71" providerId="LiveId" clId="{C99638FF-4BFF-48CF-9132-033C5B6DC3AF}" dt="2026-10-26T12:56:52.794" v="161"/>
        <pc:sldMkLst>
          <pc:docMk/>
          <pc:sldMk cId="0" sldId="336"/>
        </pc:sldMkLst>
        <pc:spChg chg="mod">
          <ac:chgData name="Anna Hurzhii" userId="a74e980083277f71" providerId="LiveId" clId="{C99638FF-4BFF-48CF-9132-033C5B6DC3AF}" dt="2026-10-26T12:54:52.612" v="126" actId="1076"/>
          <ac:spMkLst>
            <pc:docMk/>
            <pc:sldMk cId="0" sldId="336"/>
            <ac:spMk id="2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56:11.331" v="155" actId="1076"/>
          <ac:spMkLst>
            <pc:docMk/>
            <pc:sldMk cId="0" sldId="336"/>
            <ac:spMk id="3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56:46.210" v="160" actId="1076"/>
          <ac:spMkLst>
            <pc:docMk/>
            <pc:sldMk cId="0" sldId="336"/>
            <ac:spMk id="4" creationId="{00000000-0000-0000-0000-000000000000}"/>
          </ac:spMkLst>
        </pc:spChg>
        <pc:spChg chg="mod">
          <ac:chgData name="Anna Hurzhii" userId="a74e980083277f71" providerId="LiveId" clId="{C99638FF-4BFF-48CF-9132-033C5B6DC3AF}" dt="2026-10-26T12:56:43.238" v="159" actId="1076"/>
          <ac:spMkLst>
            <pc:docMk/>
            <pc:sldMk cId="0" sldId="336"/>
            <ac:spMk id="5" creationId="{00000000-0000-0000-0000-000000000000}"/>
          </ac:spMkLst>
        </pc:spChg>
        <pc:spChg chg="del">
          <ac:chgData name="Anna Hurzhii" userId="a74e980083277f71" providerId="LiveId" clId="{C99638FF-4BFF-48CF-9132-033C5B6DC3AF}" dt="2026-10-26T12:54:57.166" v="128" actId="478"/>
          <ac:spMkLst>
            <pc:docMk/>
            <pc:sldMk cId="0" sldId="336"/>
            <ac:spMk id="7" creationId="{00000000-0000-0000-0000-000000000000}"/>
          </ac:spMkLst>
        </pc:spChg>
        <pc:picChg chg="add del">
          <ac:chgData name="Anna Hurzhii" userId="a74e980083277f71" providerId="LiveId" clId="{C99638FF-4BFF-48CF-9132-033C5B6DC3AF}" dt="2026-10-26T12:54:57.166" v="128" actId="478"/>
          <ac:picMkLst>
            <pc:docMk/>
            <pc:sldMk cId="0" sldId="336"/>
            <ac:picMk id="6146" creationId="{D9861177-B8C0-4781-B9D9-68E127FF8F4C}"/>
          </ac:picMkLst>
        </pc:picChg>
        <pc:picChg chg="add mod">
          <ac:chgData name="Anna Hurzhii" userId="a74e980083277f71" providerId="LiveId" clId="{C99638FF-4BFF-48CF-9132-033C5B6DC3AF}" dt="2026-10-26T12:56:40.292" v="158" actId="1076"/>
          <ac:picMkLst>
            <pc:docMk/>
            <pc:sldMk cId="0" sldId="336"/>
            <ac:picMk id="6148" creationId="{6E8D7955-3513-49EA-8AE7-3E5E629AD062}"/>
          </ac:picMkLst>
        </pc:picChg>
      </pc:sldChg>
      <pc:sldChg chg="modSp mod setBg">
        <pc:chgData name="Anna Hurzhii" userId="a74e980083277f71" providerId="LiveId" clId="{C99638FF-4BFF-48CF-9132-033C5B6DC3AF}" dt="2026-10-26T13:15:46.962" v="393" actId="14100"/>
        <pc:sldMkLst>
          <pc:docMk/>
          <pc:sldMk cId="0" sldId="337"/>
        </pc:sldMkLst>
        <pc:spChg chg="mod">
          <ac:chgData name="Anna Hurzhii" userId="a74e980083277f71" providerId="LiveId" clId="{C99638FF-4BFF-48CF-9132-033C5B6DC3AF}" dt="2026-10-26T13:12:26.426" v="303" actId="207"/>
          <ac:spMkLst>
            <pc:docMk/>
            <pc:sldMk cId="0" sldId="337"/>
            <ac:spMk id="2" creationId="{00000000-0000-0000-0000-000000000000}"/>
          </ac:spMkLst>
        </pc:spChg>
        <pc:spChg chg="mod">
          <ac:chgData name="Anna Hurzhii" userId="a74e980083277f71" providerId="LiveId" clId="{C99638FF-4BFF-48CF-9132-033C5B6DC3AF}" dt="2026-10-26T13:14:14.611" v="358" actId="114"/>
          <ac:spMkLst>
            <pc:docMk/>
            <pc:sldMk cId="0" sldId="337"/>
            <ac:spMk id="4" creationId="{00000000-0000-0000-0000-000000000000}"/>
          </ac:spMkLst>
        </pc:spChg>
        <pc:spChg chg="mod">
          <ac:chgData name="Anna Hurzhii" userId="a74e980083277f71" providerId="LiveId" clId="{C99638FF-4BFF-48CF-9132-033C5B6DC3AF}" dt="2026-10-26T13:14:21.362" v="360" actId="114"/>
          <ac:spMkLst>
            <pc:docMk/>
            <pc:sldMk cId="0" sldId="337"/>
            <ac:spMk id="6" creationId="{00000000-0000-0000-0000-000000000000}"/>
          </ac:spMkLst>
        </pc:spChg>
        <pc:spChg chg="mod">
          <ac:chgData name="Anna Hurzhii" userId="a74e980083277f71" providerId="LiveId" clId="{C99638FF-4BFF-48CF-9132-033C5B6DC3AF}" dt="2026-10-26T13:14:28.516" v="363" actId="114"/>
          <ac:spMkLst>
            <pc:docMk/>
            <pc:sldMk cId="0" sldId="337"/>
            <ac:spMk id="8" creationId="{00000000-0000-0000-0000-000000000000}"/>
          </ac:spMkLst>
        </pc:spChg>
        <pc:spChg chg="mod">
          <ac:chgData name="Anna Hurzhii" userId="a74e980083277f71" providerId="LiveId" clId="{C99638FF-4BFF-48CF-9132-033C5B6DC3AF}" dt="2026-10-26T13:15:28.189" v="386" actId="255"/>
          <ac:spMkLst>
            <pc:docMk/>
            <pc:sldMk cId="0" sldId="337"/>
            <ac:spMk id="10" creationId="{00000000-0000-0000-0000-000000000000}"/>
          </ac:spMkLst>
        </pc:spChg>
        <pc:spChg chg="mod">
          <ac:chgData name="Anna Hurzhii" userId="a74e980083277f71" providerId="LiveId" clId="{C99638FF-4BFF-48CF-9132-033C5B6DC3AF}" dt="2026-10-26T13:15:46.962" v="393" actId="14100"/>
          <ac:spMkLst>
            <pc:docMk/>
            <pc:sldMk cId="0" sldId="337"/>
            <ac:spMk id="12" creationId="{00000000-0000-0000-0000-000000000000}"/>
          </ac:spMkLst>
        </pc:spChg>
      </pc:sldChg>
      <pc:sldChg chg="setBg">
        <pc:chgData name="Anna Hurzhii" userId="a74e980083277f71" providerId="LiveId" clId="{C99638FF-4BFF-48CF-9132-033C5B6DC3AF}" dt="2026-10-26T13:18:38.030" v="525"/>
        <pc:sldMkLst>
          <pc:docMk/>
          <pc:sldMk cId="0" sldId="338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64C216-B1F7-4B99-B61B-C29F0BAAEE33}" type="doc">
      <dgm:prSet loTypeId="urn:microsoft.com/office/officeart/2005/8/layout/vList3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uk-UA"/>
        </a:p>
      </dgm:t>
    </dgm:pt>
    <dgm:pt modelId="{D7051E8C-5EAB-4155-AAC5-6B4FD0D18AC2}">
      <dgm:prSet/>
      <dgm:spPr/>
      <dgm:t>
        <a:bodyPr/>
        <a:lstStyle/>
        <a:p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“Remember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when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Ukrainian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neo-Nazis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were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oiling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their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bullets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with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pork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fat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they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got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crushed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by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Chechens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? </a:t>
          </a:r>
          <a:r>
            <a:rPr lang="uk-UA" b="0" i="1" dirty="0"/>
            <a:t>🤡🤡🤡”</a:t>
          </a:r>
          <a:r>
            <a:rPr lang="uk-UA" b="0" i="0" dirty="0"/>
            <a:t>  </a:t>
          </a:r>
          <a:endParaRPr lang="uk-UA" dirty="0"/>
        </a:p>
      </dgm:t>
    </dgm:pt>
    <dgm:pt modelId="{1AA61928-EC22-4424-BCDA-BD3F9B7A6835}" type="parTrans" cxnId="{397093A6-45DA-4563-9A67-F1C74D106A55}">
      <dgm:prSet/>
      <dgm:spPr/>
      <dgm:t>
        <a:bodyPr/>
        <a:lstStyle/>
        <a:p>
          <a:endParaRPr lang="uk-UA"/>
        </a:p>
      </dgm:t>
    </dgm:pt>
    <dgm:pt modelId="{F753DA87-AF11-4616-ABFD-1D74261DFE49}" type="sibTrans" cxnId="{397093A6-45DA-4563-9A67-F1C74D106A55}">
      <dgm:prSet/>
      <dgm:spPr/>
      <dgm:t>
        <a:bodyPr/>
        <a:lstStyle/>
        <a:p>
          <a:endParaRPr lang="uk-UA"/>
        </a:p>
      </dgm:t>
    </dgm:pt>
    <dgm:pt modelId="{9F5C37BF-8FE0-4BB0-B33A-51117A9CEBD5}">
      <dgm:prSet/>
      <dgm:spPr/>
      <dgm:t>
        <a:bodyPr/>
        <a:lstStyle/>
        <a:p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“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are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fighting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Ukraine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against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fascism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satanism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and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nazism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Those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who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do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not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want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to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live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under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LGBT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banner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should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rise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up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and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help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deal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with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.”</a:t>
          </a:r>
          <a:r>
            <a:rPr lang="uk-UA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endParaRPr lang="uk-UA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3A3E94-9671-4CC4-9237-6CF257BE8263}" type="parTrans" cxnId="{06AA81A4-FF40-45A4-BFF6-53ECAE195ABE}">
      <dgm:prSet/>
      <dgm:spPr/>
      <dgm:t>
        <a:bodyPr/>
        <a:lstStyle/>
        <a:p>
          <a:endParaRPr lang="uk-UA"/>
        </a:p>
      </dgm:t>
    </dgm:pt>
    <dgm:pt modelId="{5547C48A-497B-4123-B272-586E140C3611}" type="sibTrans" cxnId="{06AA81A4-FF40-45A4-BFF6-53ECAE195ABE}">
      <dgm:prSet/>
      <dgm:spPr/>
      <dgm:t>
        <a:bodyPr/>
        <a:lstStyle/>
        <a:p>
          <a:endParaRPr lang="uk-UA"/>
        </a:p>
      </dgm:t>
    </dgm:pt>
    <dgm:pt modelId="{0F2AD4B2-249C-4D38-9E66-6471057979AD}">
      <dgm:prSet/>
      <dgm:spPr/>
      <dgm:t>
        <a:bodyPr/>
        <a:lstStyle/>
        <a:p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“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Israel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Khokhols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write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and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leave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notes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on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Wailing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Wall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to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draw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attention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to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themselves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… ‘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More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money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for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Ukraine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!’ … ‘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Only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a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dead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Moskal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is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better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than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a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dead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Palestinian</a:t>
          </a:r>
          <a:r>
            <a:rPr lang="uk-UA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.’”</a:t>
          </a:r>
          <a:r>
            <a:rPr lang="uk-UA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r>
            <a:rPr lang="en-US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uk-UA" dirty="0">
              <a:latin typeface="Times New Roman" panose="02020603050405020304" pitchFamily="18" charset="0"/>
              <a:cs typeface="Times New Roman" panose="02020603050405020304" pitchFamily="18" charset="0"/>
            </a:rPr>
            <a:t>a </a:t>
          </a:r>
          <a:r>
            <a:rPr lang="uk-UA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pro-Kremlin</a:t>
          </a:r>
          <a:r>
            <a:rPr lang="uk-UA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Telegram</a:t>
          </a:r>
          <a:r>
            <a:rPr lang="uk-UA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channel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uk-UA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6C9F1C-58A9-4507-8B32-B4B35DE08EA6}" type="parTrans" cxnId="{0B6B890E-CD3C-4064-9CB7-0E02DBB4A560}">
      <dgm:prSet/>
      <dgm:spPr/>
      <dgm:t>
        <a:bodyPr/>
        <a:lstStyle/>
        <a:p>
          <a:endParaRPr lang="uk-UA"/>
        </a:p>
      </dgm:t>
    </dgm:pt>
    <dgm:pt modelId="{589AE589-0250-48EC-9DEA-61158980BB70}" type="sibTrans" cxnId="{0B6B890E-CD3C-4064-9CB7-0E02DBB4A560}">
      <dgm:prSet/>
      <dgm:spPr/>
      <dgm:t>
        <a:bodyPr/>
        <a:lstStyle/>
        <a:p>
          <a:endParaRPr lang="uk-UA"/>
        </a:p>
      </dgm:t>
    </dgm:pt>
    <dgm:pt modelId="{EB9CEB71-9916-4AE2-9D3C-15B1F4117646}" type="pres">
      <dgm:prSet presAssocID="{C664C216-B1F7-4B99-B61B-C29F0BAAEE33}" presName="linearFlow" presStyleCnt="0">
        <dgm:presLayoutVars>
          <dgm:dir/>
          <dgm:resizeHandles val="exact"/>
        </dgm:presLayoutVars>
      </dgm:prSet>
      <dgm:spPr/>
    </dgm:pt>
    <dgm:pt modelId="{03A0A6A2-DB04-4516-B53A-20585DE8459E}" type="pres">
      <dgm:prSet presAssocID="{D7051E8C-5EAB-4155-AAC5-6B4FD0D18AC2}" presName="composite" presStyleCnt="0"/>
      <dgm:spPr/>
    </dgm:pt>
    <dgm:pt modelId="{1D5976C0-64A9-4303-A1B0-88E6B2C0BD68}" type="pres">
      <dgm:prSet presAssocID="{D7051E8C-5EAB-4155-AAC5-6B4FD0D18AC2}" presName="imgShp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DF840B2-5DF7-413B-BF28-39BCD17313F1}" type="pres">
      <dgm:prSet presAssocID="{D7051E8C-5EAB-4155-AAC5-6B4FD0D18AC2}" presName="txShp" presStyleLbl="node1" presStyleIdx="0" presStyleCnt="3">
        <dgm:presLayoutVars>
          <dgm:bulletEnabled val="1"/>
        </dgm:presLayoutVars>
      </dgm:prSet>
      <dgm:spPr/>
    </dgm:pt>
    <dgm:pt modelId="{93411AEE-3F05-4E4E-919F-410D4B43C4FC}" type="pres">
      <dgm:prSet presAssocID="{F753DA87-AF11-4616-ABFD-1D74261DFE49}" presName="spacing" presStyleCnt="0"/>
      <dgm:spPr/>
    </dgm:pt>
    <dgm:pt modelId="{59F1B4FA-B44D-4079-995E-DCC5B0F4C59F}" type="pres">
      <dgm:prSet presAssocID="{9F5C37BF-8FE0-4BB0-B33A-51117A9CEBD5}" presName="composite" presStyleCnt="0"/>
      <dgm:spPr/>
    </dgm:pt>
    <dgm:pt modelId="{36236967-1F74-488D-A1F4-75BFD354F27E}" type="pres">
      <dgm:prSet presAssocID="{9F5C37BF-8FE0-4BB0-B33A-51117A9CEBD5}" presName="imgShp" presStyleLbl="fgImgPlace1" presStyleIdx="1" presStyleCnt="3"/>
      <dgm:spPr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8BFE18E-5A39-4B77-A63F-1E7461D94113}" type="pres">
      <dgm:prSet presAssocID="{9F5C37BF-8FE0-4BB0-B33A-51117A9CEBD5}" presName="txShp" presStyleLbl="node1" presStyleIdx="1" presStyleCnt="3">
        <dgm:presLayoutVars>
          <dgm:bulletEnabled val="1"/>
        </dgm:presLayoutVars>
      </dgm:prSet>
      <dgm:spPr/>
    </dgm:pt>
    <dgm:pt modelId="{349D8EEE-2F3D-41D5-A5B8-016B50E738BB}" type="pres">
      <dgm:prSet presAssocID="{5547C48A-497B-4123-B272-586E140C3611}" presName="spacing" presStyleCnt="0"/>
      <dgm:spPr/>
    </dgm:pt>
    <dgm:pt modelId="{8CCFA641-E5B4-4CF4-A412-5DDD65577673}" type="pres">
      <dgm:prSet presAssocID="{0F2AD4B2-249C-4D38-9E66-6471057979AD}" presName="composite" presStyleCnt="0"/>
      <dgm:spPr/>
    </dgm:pt>
    <dgm:pt modelId="{E34B1312-966B-487F-B4CA-C04AB73CF8A5}" type="pres">
      <dgm:prSet presAssocID="{0F2AD4B2-249C-4D38-9E66-6471057979AD}" presName="imgShp" presStyleLbl="fgImgPlace1" presStyleIdx="2" presStyleCnt="3"/>
      <dgm:spPr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A9B4AD3-8AC9-4B1C-A780-3F1041F73396}" type="pres">
      <dgm:prSet presAssocID="{0F2AD4B2-249C-4D38-9E66-6471057979AD}" presName="txShp" presStyleLbl="node1" presStyleIdx="2" presStyleCnt="3">
        <dgm:presLayoutVars>
          <dgm:bulletEnabled val="1"/>
        </dgm:presLayoutVars>
      </dgm:prSet>
      <dgm:spPr/>
    </dgm:pt>
  </dgm:ptLst>
  <dgm:cxnLst>
    <dgm:cxn modelId="{0B6B890E-CD3C-4064-9CB7-0E02DBB4A560}" srcId="{C664C216-B1F7-4B99-B61B-C29F0BAAEE33}" destId="{0F2AD4B2-249C-4D38-9E66-6471057979AD}" srcOrd="2" destOrd="0" parTransId="{8D6C9F1C-58A9-4507-8B32-B4B35DE08EA6}" sibTransId="{589AE589-0250-48EC-9DEA-61158980BB70}"/>
    <dgm:cxn modelId="{4DE5FB73-901A-4C4D-B277-E4E57E23EE26}" type="presOf" srcId="{9F5C37BF-8FE0-4BB0-B33A-51117A9CEBD5}" destId="{A8BFE18E-5A39-4B77-A63F-1E7461D94113}" srcOrd="0" destOrd="0" presId="urn:microsoft.com/office/officeart/2005/8/layout/vList3"/>
    <dgm:cxn modelId="{7D25BD87-7F5B-4E8A-B3E8-CABD61E051C9}" type="presOf" srcId="{C664C216-B1F7-4B99-B61B-C29F0BAAEE33}" destId="{EB9CEB71-9916-4AE2-9D3C-15B1F4117646}" srcOrd="0" destOrd="0" presId="urn:microsoft.com/office/officeart/2005/8/layout/vList3"/>
    <dgm:cxn modelId="{06AA81A4-FF40-45A4-BFF6-53ECAE195ABE}" srcId="{C664C216-B1F7-4B99-B61B-C29F0BAAEE33}" destId="{9F5C37BF-8FE0-4BB0-B33A-51117A9CEBD5}" srcOrd="1" destOrd="0" parTransId="{913A3E94-9671-4CC4-9237-6CF257BE8263}" sibTransId="{5547C48A-497B-4123-B272-586E140C3611}"/>
    <dgm:cxn modelId="{397093A6-45DA-4563-9A67-F1C74D106A55}" srcId="{C664C216-B1F7-4B99-B61B-C29F0BAAEE33}" destId="{D7051E8C-5EAB-4155-AAC5-6B4FD0D18AC2}" srcOrd="0" destOrd="0" parTransId="{1AA61928-EC22-4424-BCDA-BD3F9B7A6835}" sibTransId="{F753DA87-AF11-4616-ABFD-1D74261DFE49}"/>
    <dgm:cxn modelId="{62B0AFAD-8CDF-41A1-BE5F-6CD027F812DC}" type="presOf" srcId="{0F2AD4B2-249C-4D38-9E66-6471057979AD}" destId="{6A9B4AD3-8AC9-4B1C-A780-3F1041F73396}" srcOrd="0" destOrd="0" presId="urn:microsoft.com/office/officeart/2005/8/layout/vList3"/>
    <dgm:cxn modelId="{20C364F7-3428-4641-8778-35545636412C}" type="presOf" srcId="{D7051E8C-5EAB-4155-AAC5-6B4FD0D18AC2}" destId="{5DF840B2-5DF7-413B-BF28-39BCD17313F1}" srcOrd="0" destOrd="0" presId="urn:microsoft.com/office/officeart/2005/8/layout/vList3"/>
    <dgm:cxn modelId="{D9622B4A-E709-4EE9-A69D-B7F02EED33D3}" type="presParOf" srcId="{EB9CEB71-9916-4AE2-9D3C-15B1F4117646}" destId="{03A0A6A2-DB04-4516-B53A-20585DE8459E}" srcOrd="0" destOrd="0" presId="urn:microsoft.com/office/officeart/2005/8/layout/vList3"/>
    <dgm:cxn modelId="{F66DBF2E-202F-45BD-8F06-319E3A5482B4}" type="presParOf" srcId="{03A0A6A2-DB04-4516-B53A-20585DE8459E}" destId="{1D5976C0-64A9-4303-A1B0-88E6B2C0BD68}" srcOrd="0" destOrd="0" presId="urn:microsoft.com/office/officeart/2005/8/layout/vList3"/>
    <dgm:cxn modelId="{727AA8AF-4649-4534-9BE6-6C3A8D11F0BE}" type="presParOf" srcId="{03A0A6A2-DB04-4516-B53A-20585DE8459E}" destId="{5DF840B2-5DF7-413B-BF28-39BCD17313F1}" srcOrd="1" destOrd="0" presId="urn:microsoft.com/office/officeart/2005/8/layout/vList3"/>
    <dgm:cxn modelId="{BD0D902A-70D5-45D1-A1A8-A86E22E145B5}" type="presParOf" srcId="{EB9CEB71-9916-4AE2-9D3C-15B1F4117646}" destId="{93411AEE-3F05-4E4E-919F-410D4B43C4FC}" srcOrd="1" destOrd="0" presId="urn:microsoft.com/office/officeart/2005/8/layout/vList3"/>
    <dgm:cxn modelId="{FE9C1B6B-8953-4BBC-B294-22A6DD1A5058}" type="presParOf" srcId="{EB9CEB71-9916-4AE2-9D3C-15B1F4117646}" destId="{59F1B4FA-B44D-4079-995E-DCC5B0F4C59F}" srcOrd="2" destOrd="0" presId="urn:microsoft.com/office/officeart/2005/8/layout/vList3"/>
    <dgm:cxn modelId="{537321C2-2AA2-4BDA-81F8-4886902CBDC9}" type="presParOf" srcId="{59F1B4FA-B44D-4079-995E-DCC5B0F4C59F}" destId="{36236967-1F74-488D-A1F4-75BFD354F27E}" srcOrd="0" destOrd="0" presId="urn:microsoft.com/office/officeart/2005/8/layout/vList3"/>
    <dgm:cxn modelId="{69CDE99B-C151-4916-9454-9315E4B87E54}" type="presParOf" srcId="{59F1B4FA-B44D-4079-995E-DCC5B0F4C59F}" destId="{A8BFE18E-5A39-4B77-A63F-1E7461D94113}" srcOrd="1" destOrd="0" presId="urn:microsoft.com/office/officeart/2005/8/layout/vList3"/>
    <dgm:cxn modelId="{698E7DB4-A202-42B6-A5D7-9EF4617C04E9}" type="presParOf" srcId="{EB9CEB71-9916-4AE2-9D3C-15B1F4117646}" destId="{349D8EEE-2F3D-41D5-A5B8-016B50E738BB}" srcOrd="3" destOrd="0" presId="urn:microsoft.com/office/officeart/2005/8/layout/vList3"/>
    <dgm:cxn modelId="{19E7B652-CA08-4894-90DB-1BF916B7AD15}" type="presParOf" srcId="{EB9CEB71-9916-4AE2-9D3C-15B1F4117646}" destId="{8CCFA641-E5B4-4CF4-A412-5DDD65577673}" srcOrd="4" destOrd="0" presId="urn:microsoft.com/office/officeart/2005/8/layout/vList3"/>
    <dgm:cxn modelId="{CF9C4318-11D5-4347-83A6-275F991777A7}" type="presParOf" srcId="{8CCFA641-E5B4-4CF4-A412-5DDD65577673}" destId="{E34B1312-966B-487F-B4CA-C04AB73CF8A5}" srcOrd="0" destOrd="0" presId="urn:microsoft.com/office/officeart/2005/8/layout/vList3"/>
    <dgm:cxn modelId="{3BBDA8DB-C68C-44AB-BB05-7186FF14439A}" type="presParOf" srcId="{8CCFA641-E5B4-4CF4-A412-5DDD65577673}" destId="{6A9B4AD3-8AC9-4B1C-A780-3F1041F7339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840B2-5DF7-413B-BF28-39BCD17313F1}">
      <dsp:nvSpPr>
        <dsp:cNvPr id="0" name=""/>
        <dsp:cNvSpPr/>
      </dsp:nvSpPr>
      <dsp:spPr>
        <a:xfrm rot="10800000">
          <a:off x="1579612" y="2030"/>
          <a:ext cx="5332621" cy="945734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04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“Remember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when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Ukrainian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neo-Nazis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were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oiling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their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bullets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with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pork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fat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they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got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crushed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by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Chechens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? </a:t>
          </a:r>
          <a:r>
            <a:rPr lang="uk-UA" sz="1500" b="0" i="1" kern="1200" dirty="0"/>
            <a:t>🤡🤡🤡”</a:t>
          </a:r>
          <a:r>
            <a:rPr lang="uk-UA" sz="1500" b="0" i="0" kern="1200" dirty="0"/>
            <a:t>  </a:t>
          </a:r>
          <a:endParaRPr lang="uk-UA" sz="1500" kern="1200" dirty="0"/>
        </a:p>
      </dsp:txBody>
      <dsp:txXfrm rot="10800000">
        <a:off x="1816045" y="2030"/>
        <a:ext cx="5096188" cy="945734"/>
      </dsp:txXfrm>
    </dsp:sp>
    <dsp:sp modelId="{1D5976C0-64A9-4303-A1B0-88E6B2C0BD68}">
      <dsp:nvSpPr>
        <dsp:cNvPr id="0" name=""/>
        <dsp:cNvSpPr/>
      </dsp:nvSpPr>
      <dsp:spPr>
        <a:xfrm>
          <a:off x="1106745" y="2030"/>
          <a:ext cx="945734" cy="94573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FE18E-5A39-4B77-A63F-1E7461D94113}">
      <dsp:nvSpPr>
        <dsp:cNvPr id="0" name=""/>
        <dsp:cNvSpPr/>
      </dsp:nvSpPr>
      <dsp:spPr>
        <a:xfrm rot="10800000">
          <a:off x="1579612" y="1230074"/>
          <a:ext cx="5332621" cy="945734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04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“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are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fighting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Ukraine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against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fascism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satanism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and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nazism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Those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who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do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not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want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to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live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under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LGBT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banner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should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rise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up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and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help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deal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with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.”</a:t>
          </a:r>
          <a:r>
            <a:rPr lang="uk-UA" sz="15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endParaRPr lang="uk-UA" sz="15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816045" y="1230074"/>
        <a:ext cx="5096188" cy="945734"/>
      </dsp:txXfrm>
    </dsp:sp>
    <dsp:sp modelId="{36236967-1F74-488D-A1F4-75BFD354F27E}">
      <dsp:nvSpPr>
        <dsp:cNvPr id="0" name=""/>
        <dsp:cNvSpPr/>
      </dsp:nvSpPr>
      <dsp:spPr>
        <a:xfrm>
          <a:off x="1106745" y="1230074"/>
          <a:ext cx="945734" cy="945734"/>
        </a:xfrm>
        <a:prstGeom prst="ellipse">
          <a:avLst/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B4AD3-8AC9-4B1C-A780-3F1041F73396}">
      <dsp:nvSpPr>
        <dsp:cNvPr id="0" name=""/>
        <dsp:cNvSpPr/>
      </dsp:nvSpPr>
      <dsp:spPr>
        <a:xfrm rot="10800000">
          <a:off x="1579612" y="2458117"/>
          <a:ext cx="5332621" cy="945734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04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“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Israel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Khokhols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write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and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leave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notes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Wailing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Wall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to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draw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attention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to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themselves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… ‘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More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money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for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Ukraine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!’ … ‘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Only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dead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Moskal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is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better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than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dead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Palestinian</a:t>
          </a:r>
          <a:r>
            <a:rPr lang="uk-UA" sz="15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.’”</a:t>
          </a:r>
          <a:r>
            <a:rPr lang="uk-UA" sz="15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r>
            <a:rPr lang="en-US" sz="15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uk-UA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 </a:t>
          </a:r>
          <a:r>
            <a:rPr lang="uk-UA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pro-Kremlin</a:t>
          </a:r>
          <a:r>
            <a:rPr lang="uk-UA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Telegram</a:t>
          </a:r>
          <a:r>
            <a:rPr lang="uk-UA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k-UA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channel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uk-UA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816045" y="2458117"/>
        <a:ext cx="5096188" cy="945734"/>
      </dsp:txXfrm>
    </dsp:sp>
    <dsp:sp modelId="{E34B1312-966B-487F-B4CA-C04AB73CF8A5}">
      <dsp:nvSpPr>
        <dsp:cNvPr id="0" name=""/>
        <dsp:cNvSpPr/>
      </dsp:nvSpPr>
      <dsp:spPr>
        <a:xfrm>
          <a:off x="1106745" y="2458117"/>
          <a:ext cx="945734" cy="945734"/>
        </a:xfrm>
        <a:prstGeom prst="ellipse">
          <a:avLst/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9307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https://www.rand.org/pubs/research_briefs/RBA3450-2.html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39341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Picture</a:t>
            </a:r>
            <a:r>
              <a:rPr lang="uk-UA" dirty="0"/>
              <a:t>: </a:t>
            </a:r>
            <a:r>
              <a:rPr lang="en-AU" dirty="0"/>
              <a:t>https://www.fairobserver.com/region/europe/medea-benjamin-nicolas-js-davies-ukraine-war-russia-ukranian-neo-nazi-fascists-azov-battalion-89292/</a:t>
            </a:r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88911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Picture</a:t>
            </a:r>
            <a:r>
              <a:rPr lang="ru-RU" dirty="0"/>
              <a:t>: </a:t>
            </a:r>
            <a:r>
              <a:rPr lang="en-AU" dirty="0"/>
              <a:t>https://nazaccent.ru/school_content/2597/</a:t>
            </a:r>
            <a:endParaRPr lang="uk-U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143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Picture</a:t>
            </a:r>
            <a:r>
              <a:rPr lang="uk-UA" dirty="0"/>
              <a:t>: </a:t>
            </a:r>
            <a:r>
              <a:rPr lang="en-AU" dirty="0"/>
              <a:t>https://stories.state.gov/what-is-a-special-military-operation/</a:t>
            </a:r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56178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https://www.gtreview.com/news/europe/eu-regulators-extend-tough-economic-sanctions-on-russia-over-ukraine/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F464D-A371-4F58-893E-CDB0F2A91CE7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83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https://www.google.com/</a:t>
            </a:r>
            <a:r>
              <a:rPr lang="en-AU" dirty="0" err="1"/>
              <a:t>imgres?q</a:t>
            </a:r>
            <a:r>
              <a:rPr lang="en-AU" dirty="0"/>
              <a:t>=%D0%A5%20and%20Telegram%20&amp;imgurl=https%3A%2F%2Fwww.tbsnews.net%2Fsites%2Fdefault%2Ffiles%2Fstyles%2Fbig_2%2Fpublic%2Fimages%2F2025%2F01%2F11%2Fkjlo.jpg&amp;imgrefurl=https%3A%2F%2Fwww.tbsnews.net%2Fthoughts%2Fcontrolling-social-media-case-x-and-telegram-1040361&amp;docid=iIaoqRS1cfdEbM&amp;tbnid=qYQVyCVca7DzoM&amp;vet=12ahUKEwiT9rT3k8GPAxVSSPEDHdFAH0oQM3oECFMQAA..i&amp;w=452&amp;h=254&amp;hcb=2&amp;ved=2ahUKEwiT9rT3k8GPAxVSSPEDHdFAH0oQM3oECFMQAA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58158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https://www.dreamstime.com/x-new-logo-twitter-sign-symbol-letter-minimalist-design-d-render-image285016508</a:t>
            </a:r>
          </a:p>
          <a:p>
            <a:r>
              <a:rPr lang="en-AU" dirty="0"/>
              <a:t>https://pixabay.com/vectors/telegram-messenger-app-icon-social-6896827/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77217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https://link.springer.com/article/10.1007/s13278-024-01322-w/figures/10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98527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11740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google.com/search?q=%D0%B0%D0%BA%D1%83%D0%BB%D0%B0+%D0%B7%D1%97%D0%BB%D0%B0+%D0%BC%D0%BE%D1%81%D0%BA%D0%B0%D0%BB%D1%8F&amp;num=12&amp;sca_esv=e3cd531e34091613&amp;udm=2&amp;biw=1024&amp;bih=505&amp;sxsrf=AE3TifN9PDwUPtL21D1QLD7lwe9FJEyn0w%3A1757085987832&amp;ei=IwG7aPTEMoyqxc8PysKQ-QY&amp;oq=%D0%B0%D0%BA%D1%83%D0%BB%D0%B0+%D0%B7%D1%97%D0%BB%D0%B0+&amp;gs_lp=EgNpbWciFNCw0LrRg9C70LAg0LfRl9C70LAgKgIIADIHEAAYgAQYEzIIEAAYExgKGB4yCBAAGBMYCBgeMgoQABgTGAgYChgeSONtUN8PWN1bcAd4AJABAJgBpgGgAbEIqgEEMTYuMbgBAcgBAPgBAZgCGKACqAmoAgrCAgcQIxgnGMkCwgIGEAAYBxgewgIFEAAYgATCAgoQABiABBhDGIoFwgIHEAAYgAQYCsICChAjGCcYyQIY6gLCAgQQABgemAMGiAYBkgcEMjMuMaAH8lmyBwQxNi4xuAeDCcIHBjAuMS4yM8gHZg&amp;sclient=img#vhid=0l02HfVPNHkkdM&amp;vssid=mosaic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90052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https://voxukraine.org/en/a-more-inclusive-democracy-for-ukraine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11741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https://petapixel.com/2023/05/22/ai-generated-image-of-pentagon-explosion-caused-markets-to-dip/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AU" dirty="0"/>
              <a:t>https://www.goodmorningamerica.com/news/story/real-worry-ai-making-harder-spot-fake-images-98188795</a:t>
            </a:r>
            <a:endParaRPr lang="uk-UA" dirty="0"/>
          </a:p>
          <a:p>
            <a:endParaRPr lang="en-AU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6739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https://supawork.ai/pages/ai-gif-face-swap/images/feature_3.webp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82600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https://unsplash.com/photos/guy-fawkes-mask-on-black-background-BxELNNMN88Y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155776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https://en.interfax.com.ua/news/general/1147450.html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26667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https://www.euronews.com/2026/01/15/euronews-journalists-voices-stolen-in-fake-anti-ukraine-videos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101569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https://www.youtube.com/watch?v=WYIeGRV2pGU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13301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https://www.aljazeera.com/wp-content/uploads/2026/01/getty_69776f1a8b-1769434906.jpg?resize=770%2C513&amp;quality=80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1260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https://www.newsgram.com/science/2026/02/11/it-amendment-centre-tighten-digital-media-norms</a:t>
            </a: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AU" dirty="0" err="1"/>
              <a:t>data:image</a:t>
            </a:r>
            <a:r>
              <a:rPr lang="en-AU" dirty="0"/>
              <a:t>/jpeg;base64,/9j/4AAQSkZJRgABAQAAAQABAAD/2wCEAAkGBxMTEhUSExIVFhUWFxcbFxcYGBceGRcXFxcfGBcaGBcYHighGB0lHRgXITEhJSkrLi4uGB8zODMtNygtLisBCgoKDg0OGxAQGzImHyUtNTAyLS8tLS0tLy8tLy0tLTUtLS0vLS0tLy0tLS0tLS0tNS0tLS0tLS0tLS0tLS0tLf/</a:t>
            </a:r>
            <a:r>
              <a:rPr lang="en-AU" dirty="0" err="1"/>
              <a:t>AABEIAKoBKQMBIgACEQEDEQH</a:t>
            </a:r>
            <a:r>
              <a:rPr lang="en-AU" dirty="0"/>
              <a:t>/</a:t>
            </a:r>
            <a:r>
              <a:rPr lang="en-AU" dirty="0" err="1"/>
              <a:t>xAAcAAACAwEBAQEAAAAAAAAAAAAFBgMEBwIBAAj</a:t>
            </a:r>
            <a:r>
              <a:rPr lang="en-AU" dirty="0"/>
              <a:t>/xABREAACAQIDBAYFCAYHBQYHAAABAgMAEQQSIQUGMUETIlFhcYEHMpGhsRQjQlKSwdHwM1NicoLhFSRDorLC8RZjc5PSRFSDs8PiFzRFVWTT4//</a:t>
            </a:r>
            <a:r>
              <a:rPr lang="en-AU" dirty="0" err="1"/>
              <a:t>EABkBAAIDAQAAAAAAAAAAAAAAAAMEAQIFAP</a:t>
            </a:r>
            <a:r>
              <a:rPr lang="en-AU" dirty="0"/>
              <a:t>/EADERAAIBAgQDBQgDAQEAAAAAAAECAAMRBBIhMRNBUSKBkaHwBRQyYXGx0eEjQsFS8f/aAAwDAQACEQMRAD8AxNTXYtU8WDJ0FE8Nu1M/BDQyRD3tA/R10IqM4vdjExjMUNql3X2suExKTTYdJlW945Bob8x3jlcGoveW5XgDJXQpu372xhMZKsmFwww/Vs4BFna+hyrothp30qvHb86fyqZwva85WrEbVXFSxC5A7a4peWWpaFdnwSyEiKN3txyqTbxIGlGo8V0OGaxHSytlbrLdYl1ta9+sePcKu7v7rYrG4fOJLQx3CKSTmK+sqRiyjnqedaBsv0ZYNo1YSzOrAEEMq3BHYqis2rUpXsdfpGOKwEQd0JgXctJEAYnABkQHMRoLE3qfZ0rGObDtYNl6WO5Fs0frgEcboT9kU77L9G2FeAAvMGuwYhwesjFToykDUUubS9FRM7ph5Q2VAzdIAOsxOVboLcATw007aCeCxJOksMS20X82l2bTv0/mfdVTFYtOQLd3qr7BqfOqW29kYjBydFKCCLcDmQ3FxZhpe3LQ1UjkUi7Pbu50dcMPiBuIYYnMLSSfFsdAAo7AKpdAz8ATVk4pB6qXPa2vu4V67u4529go6qV5WgWcHnKLYS3rMB4an3VAxQcifE/cKttEo9Zh4DU1VkKjgpPj+Aoyi8AxtOOnPAaeAr7I3P3mvM58PCtF9Ee5aYuRsViBmghYAIeEslr2btRQQSOZIHAEG5AUXMEXitsXdXE4lkWOP1wCpa4BUmwawBbJf6Vrd9PUXoRxOS74qFW5qEdgP4rj4VpECR4aSaYMxaVszZiLCyhVCi2gCgACoJt7bm2YW7vz+bVAcNtF2cjeY9t70YY/DgsEWdBxMJJYDvjIDfZvSvszac+FkzwyNHIuhtoe8Mp4+Brf8VvJljdw1iqmxNyA3BbhQTxI4A1i+3NmOn/zDR3PqSi+rixMcjZVBuDcMRwFweRJwiy6iRTxIvvGfZ3pamy5MThophzPq38VIIPuqPfDEyyRxYlMLiMNhxxAFo2zcCLWA7BfTWs9MZBKsLEEgg8iNCKZdob44ubDjDSTs0dgMumoXgCQLm1hx7KSGFpI2ZRaO5mtCmL9KeJ6MQ4eNIQAFDkl5Oy920v5Gk/G9K7F5XJc6ksczH2XNQHDOeCH2GtZ3U3Pw8mDimmNnZTcE2AIJHDyqAlOl8Il83WZIsXcT46e7jVTGaNYi2n541qW2Nh4aE3zqq99gPa1hWebzNEZh0TBhlFyOF7nn4WolKpmbaQ4AWDUNdC9dxxHsojgdnljRGYCQqkyvhMC8hsK0bdX0do4DzEnurndjZCqQTWqbIyheAt30ocSGNgZapTKiKGN3Bw4X5uPWkLbu7LRk2Wt0xO14F06RSexbsfYoNJ+8U4kB6PDzN3lAo/vkH3VBcjW8pTuTYzF4kUMRKskrkgRoptftzE39gFEf6Fl/</a:t>
            </a:r>
            <a:r>
              <a:rPr lang="en-AU" dirty="0" err="1"/>
              <a:t>wDtrfb</a:t>
            </a:r>
            <a:r>
              <a:rPr lang="en-AU" dirty="0"/>
              <a:t>/APbRDFbMb5RE0kJROkUN1jexNraWtxox/s3F+qX+9+NS1YC3r7EQ3DPr/wAlHYWy4st3XNmyD7Rp82Pu66C8MquPqSXB8nF/eDSPsuY3iQc5E9ixZviKZtjbWxAAZkBHMxHMPNeI9hotSoBvFVpM20aMa4CZJoinewBTykW4HnakTeHdyNgSoFuRFre0U6Jt7pBbMD2jn5jiPOg+MwkZuV6h7VNvaOB86zMRiLOCpmhhaNhZhMh2lspoybVQDkca0Da+EbW4DDt4H8D7qU8Xghc20PYa1sNWzrrF8RRyG6waADw934V9kP8Ap+FdvhyOVeC9PARIt1jz6Od+vkbdDPcwM18w4xseJtzU8/bW1bNxSKOkiYPhpOsGQ3EbHUkW+g3E9hvyOn5ezDnTf6PHlOIWKLG/JVe92Y3QkC4GQ9Uk+VJYj2eHbOmh8jLCrpZpu+zdowr0y9NGQrlxZ1PVcBydD9YuK4wUuVGbQyysXI45b6KGt9VQo8qwresvhMe5LwzOpVsyXyEkXF1B6rdovXm0vSTtGVSglWJf90mU2/eJJ9lqA/s2qbBbSRVp7x79J+1sNDhXwlxJNKQxvYsGuCZW+qdLAeAGgrGSbkkkC54VFK5YliSSdSSSST2knUmuVUnhTlDCiitryOLm2lxJVHAX7z+FezTE8T5VE2FYLmq1gMe0dytgbW1APxqxUcpcs2xlFr1wIyeAJ8KNbDZflEYeNZA7qtmBIGdgLgBhqL89K17GbgAJq6oOxQAPYoUe0GqNUynadbrMJkwzKASLfnsr9FejHC9HsrDgAWdGkY88zuWHlY28hWO77bJWBkCNm9a/C2luzStW2DtRl2dgoYxe+FjLEXJFl617cgaiorVUAUa3g3sra7Trbb3BJewpPOHj4CcDzq/vdC8Rhu+aOYFgRyseFfQbLw8uDklIUFTpe9z2605gsA5TOdBe0z8Zi0psF5yrtjCOMDibG9oywI49WzX91CI50x+HihWVEljAdr/RIcHKDaxYtmIBOga5trRvcjawN8OwJQXFzr1TxHfSVLsg4LaqpmZlzEhmBFxIhKhiednW/eaZdbaCL0DqQdxrLM26kgKl7cgSGJuQOJDdZSbHQ9ncbOewNm7Pw65sQ8IPYzLf2caq7yYFehkXMgLI5CBVVgVPUuQQX0Cte3MjhWaYeRBxJPcL61m4mgQ++k1sNiBUpbaiant7erZq6RxM5/ZS3+O1JuJ3uLSqM08GGF8yxkB27LMLWue+hi7UVB1IR4sR8B+NUsQs85AVCSwZlCKdQl8xHbax9lLiko3jAc8o8DC3jEyYPDx39V8XKzyuO21xx8TWf7RctirsqKcy3EYsviASeVbPsaSNIEKooNlJNusdRxPE+rWa71xg7QBvYFI9RbkMunsoVB+0YWqOzOtq4FEcZeYq1gI2HBFA7WP4fjUmL2RHoczt+8xNE9joqKFyi17WOo9cdv71VqkWhKR0ljC4hF/SYtU7kKj8TR3CY3C8oMRiGGuqORxtfNMQoFyKCYKCONkKoq/OSqbADjdhw8KM4THHIO+CRfNVzf5DSD2U6Rk3YQwdq4rQQ4WGJc2XNK9yDkzjqRi3AfWobiRi5ZII5cbkWaMN8xGq2JuMoL5joRauHxxyyG/BoH+0WjPxFUMXjcowcn1ZZFPgJgw9zVIY8vXjB8OxgLFYcCEvnkZzGGJd2brIwY2B0HA8KO/0mnaKE4xbM0fZJOnkS4HxFJny5+2m0TiSjHLDuDezoewSt7Fyj40UwWDiNnGZHsOujFST2m2h8xQLDNqT2RH++4/CisElhar1b8pWmIdEk1hdo5wOHSrlceEifhX0u0FX1uki/</a:t>
            </a:r>
            <a:r>
              <a:rPr lang="en-AU" dirty="0" err="1"/>
              <a:t>fHSJ</a:t>
            </a:r>
            <a:r>
              <a:rPr lang="en-AU" dirty="0"/>
              <a:t>/zF6wHjVCGep2xJNImkCdvX2ja6DQyPFvmFwA6/WjYMPZxHspfeBZGy3FrgNcEEX4aMKv4zCRtrlsx+kpKn2raiGxrRoDmOYuwV2Nyp6Jgpv3FgfKtHDUsu0XrubQDg9mKTY2sSoF9eN/wopDuqp1eI2+snWHmB1h7KJQxxTCKRT87Lmuq2yLNEnXW1vp6kWNgTbwJ7GxpFiK1TTZd5jiqKnwwVFuNhnW4fz4r7eXnSztzdR4dV4Vq+0p4liaZkOYW1RsjEkgasBrzOoPCqOLwmeMOpWRGFxcZWseRK6Ejhw5UFhWUZxte0YpGkzcNt7XmJsSNCKjYU2be2QtyRdT2MPgRcGlqWArxp5O0LxWshptaVstG9k7OMqZuQJHsoSI6tQYpkGXM4S9yFNifA8qDWQkWG8LhnCm7DSPmxN3YZYJoyRn6pBB1HG/3Upf7PsuJMROg50S2VhOqWGGRiRcESS9Kv/iA6Hwq7u1IGkeSRiNbDpHDMLd9gTWK3EpZ2DX+XzmwAlTKCIZ2HuvGrK+QEqQQT2g3FGd6DieqzvO6uQFSBI75jyeSW+Qd4tVnDY9QOokj+Cke9rCrc0sksRWTDxiIWJzuGYkEWsgFvfSOHr1C/bkYimLaCY7vZHkfVJkfmZJxLcdlgAFrV/RJgkm2ZE9vnFeZC3MIZS2Xw14Ui7+5GjsqqLWtYAcM3Z40xegzaDR9LhX4NaVPPqSD/AMs28a2xWIpXGhBmXVp3ax2hT0nrEwWGJ06SFNI7gEA66e6s/h2wRBl5EcKcvStsrDq3SI5WbQjUtmZjZgcxsoC6gd9Zvix1FAGg0vR6OKY07AxZsOM2Y6xn9HhvMXYgKNSTwAHE1N6YYw2Iw8sIJaUI0LqoJJjJDGw6zWvGQAPrVV2HgmeBkQ5WbKL6+re5FxqL9tWfSMoLbMwucFkUhtLEiSwJDcU1Q8ORptiQgiKAGuTPRtJsVhSEiPT5GC6r0eiFmZZA12st7Aj6VuJLGq24cSJITMzmNcLILCymLEShfbYOOPZV/d7LFiIY1sFLyIL8LNA4H3V7LtBBhL57k7LwhIGusM+vha5rArYqpUbTab64ZaIyiX8JsHCwYjDhY102lPHcgE5TBdVJPEDS1Q7CkRG2XYAAf0hFw4dZ+XlXuMxuXE6KxtteBxc2GWaBV4Hmb9lUdmLJ0mCAyqU2ljEDWJ9YEkEG3aaXsSNTy/wy08jxPzQt9Qf4GNKW9h/rKN+yR9lzRyNrLlJ4Zl9l1++lzedrvE37/vIP30xRFmhquqw3gZcyi5q1BJx8fuU/dQbZ0ulXkk4+XvDD8KhxrIpy889rnsmU/aW330Q2bLrGP95Iv2sy/wCYUAlm6sn/AIbexhVvD4ixDdk6e8qT99LMlxGQdISws10kB/7uD/y5EP41V2lL/</a:t>
            </a:r>
            <a:r>
              <a:rPr lang="en-AU" dirty="0" err="1"/>
              <a:t>Vcw</a:t>
            </a:r>
            <a:r>
              <a:rPr lang="en-AU" dirty="0"/>
              <a:t>/s8V/jiDfFajwrHpOj+suJj9isR/gFVGlzYXEjs+Tye9kPuYVwXX19JVjJ9rTf1iQ9sqP5Oqt95oX/RQ7Kk2vKTkb62GiPmmZD/hFXvlq9tFFwBaVFucE4SBrPpyiX3kmiUcJ7KC4OTj3v8A4V/nRAT083CvqD4/qL084G8LQ4dr8Ksrg3P0aDRzmpTij21ZTh/+T4whNTkfKFTsqQ26tWYtkSFYRl5vf2CgRxZ7eAq2JZEWB9QrCWzciRoadpHDi1h6tE6wrnZh4fuFINgMsiGMiJGkDHQdSQLa6i/qki9u/wBrBg8I8zuxUBlldeQzR3vE1u211/hFIyYgvGsZdhe5uDwIIsfb50S2btB4ZgxkVleIowN8xdR1H11OoU5uZuK0A1NtBMWtRxFNs6keH1+fzmkLsYOhjcaNpy0PEEeYrzD7tGJSt7gm4J5eyl47xB8Ks0cimWPK8kWYgixyseHbY276u7d2jOWURkEBQzEMMqhiQtz2m3Aa24iuCN8NwAevyibvVzcXUsNiDbfeVtr7qs/ClLae5cljZfeKZtvzyqiyZwykgEqToe8ECk/G4xzfrHj9386kVKaDX15x9aeJrDNmFvpBsm6ky36nDvHbVaTdnEH6AHvogmINn48B8a+XEm9L1MRR6R2lhqwFiw8P3HHYUTRhbi1l7uyqEOy3Rz0XRoG6xOUE3YknnaqeHxZ91QDEXe545VHvNYtQ4cFiAfH9TYQVLC59eMZPkchFmxMp7gUQf3FB99VvkccQkcAlsoGZnZjYtrqxPZQs4quTieq/8PxNIKRm0FvX0h2TswJvLJdD4D7673N2n0M0Mg+i2vepUgj2GqW23uh8B8TVXYbfOJfhmHwNPHWkREGHbm07w4VZ8IsscgELLfgSzhxmuWJuPu4VjqYTNIUjTnw8KZNk7Zl6CPD3ujfJFAI9XPE+YjxKrpw49tKsm1ZChlQKhy5iArdYXswBHdc8vVOtThB12i1YECy7x1hxPyWIlU6aRb/Nqw0sLkub9QW17aAYdZ8TiMNNJYvIWkvpoEgzBVHJbm3kKUcGG6IGIuJOtmIJsydbOT2aaHtDcrdY7s/EGJ0ZuC4ZFW55yMik9xyo/wBnvrSqOCp+nWI0aGV73572jVhMKTicOWW6jELfhwMbKPeRUT5fkgTL/wDTMSNe2LEe41RjOaeEFrXxUGvG1zapsHgA0ca59Th9qJztdJSbetzGtYRy6H1zm5WvnhLbuJCyYp7gZcRsyYcOBAF9PCq+MxqxSMSw+a20G465JFFzpy41T2lAhhxTZyT/AEfgJBoNSDrxHhVjeMRp8vIzHJi8BKNeTLr3dutQFG3r+sDcwfK3zkgHDpZLeHTDt7qXdvnqxnvHvjU0y7esuKmCiwErEDxOelrbo+bH7Lj4Ff8ALRqPIwz/AAybZ7aVdjk4+Xx/nQ3Zr6VcVtfI/cfuqzjWQh0ksr3Df8L4VMz/ADbnmCjf3T/01Tv1rdquK6wr5opP+GnuYj/NQisLeGlkC40Hl8o90o//AKVR2cLLiIv/AMaUecTqfuNQ47EWdZO1cPJ5qFv/AIKuwLbHtH9Z8Qnk6OR91Utp3facTB0z5oMM3dMh8nDj3MaD9I1XoGJwin6mIt5PD+K1HpR10lN55hH6o8WPtNvuq0rVQwp6q/u1aWrtvKLtLSyVJ0tcxQPa+RrdtjUseHJ7PaLC2pzHlbs48O2q6CXvOoeswHC5Av2X50WlmDxTDKFEWTo7g5jbMvdrYljx17KG9ODfIFbLrbKBpe3EcRqOPbU6Y3pc5EYWNRmNixX6upOvEjnzNrVIfUGUcXlbDyWt+6fjUzIj+sutwQRxBHDX7qicKToAulgATY6/tEkHz1rkkqbHQ9h4jypoV+YMqKYOjCS4iIL1IUvGxAkKtqttSLcQQdQb8u+m3YG2WxOH+SRDozGuhlBys5a9jY6Gw0IvwOhuLJTNc3Byt2j4HtHdV7Z20CTqMjjS4PVfw58uB4U0uM0AP7/cRrYC98u/l+odO2pIHfDY2ApGwtm1vb6wHBwuhuDpppyoBJICDqD1jqOBHaO6nLZu1Y8RGYMUgkTsb1k5Zlb7+I7uaVtPERtLKYnDR53ykdgYgaW0qcQ4K5hBez7q5psLHpOFPVf+H41BJJ+fKuFk6r+K/fUDvWfmvNci0Mwz/CoRNr5D76gjfjUZfXyHwpYjUwwOghDp6+MvVb+H4mqQevs+jfw/GhBNZdm0lPajXQ/nmai2F+lj/eHwNSzxM6lVUsx4KoJJNzwA1NF8Huw2FRcVtFvk0QN1jIBnmIHqpGD1eOpa1uYpsaoQIjUYK1zO9hqXMFgWCNgWfsVBG5dmPAKBcknhQieEATR2sqSyR5hwOZWWMXItwAfjzNX94MdI0GHWBI4cLMpCxhryusRyhsS2hewuQo0HWuLUMeWKWOVzMqSZ0IU5jmBJR7BQQrAINSRoe+jUqDLe/OKPXVtRtBWxpCEbUACGZgDfUg3IFhoStxc6W8qu7alZWzAo1smUFQy2RWspVtDpIeI8Km2Bs6SV8WkWHeV3QrGyjqxszqS2ckKAyZhqb6ii+H9HuIYj5WY4F4kmVSwuOt1FvfUdotfjR7re94K+ljLe6238JIscGMjCNGyMmJjBAzIwKdNcXvfTMbg+NMjbpzRtE8JSaPNjGzBrDJiEJXhfNrppflw5AtkbJw0CzxHE9Os4RXEMdyVVgR86zWUkjU5fC1NI3lnwmF6PB7OtFEgYBnJsl/WPaeJOt9DehVcOrLcD8SVxDBiLxLlw0ojMbXVn2RYoYyGJhkACWZr5u+3lUu2NnSSx4sKZHaXD4Er6tmkQddTYaZb8NOBq1gd83mxOfEzI6LEWCJpnkc9WNUPGyg37DqTzq3g95JDJnYRmMi4hjIRgPrZtXbjxy209Wge61S3Y5ev8h/eKai7yjtfYU0s8rRqcjEFS17n5uxvpf1r+yuJNxJpQQzZQSDw7GY8/3qhXf1I55VLYpUDdXOUeRSDZlK+owBvwsSLdYW6zjhN5ScqvYM0SyAqNGRuwEnmO3gQdL2Azh6qC4O0OMTTNltv1i9hPR3l4ux8x9wovhNzoU9ax8dfjVnE7w2GlANp7yNY6++lrsx1MZAI2E+3iEUbrFEoBsSTYa2BOo7KCba2aYZiuUBXjfQCy3XraDl6vChfy1pJ+OpDj2oR99PW/</a:t>
            </a:r>
            <a:r>
              <a:rPr lang="en-AU" dirty="0" err="1"/>
              <a:t>qdfDtyZyP+ZEy</a:t>
            </a:r>
            <a:r>
              <a:rPr lang="en-AU" dirty="0"/>
              <a:t>/f7q0koj3djzmfVrsuKReR0iFjGzRx98JX7EjL94q/iMRlxsUna+GbydUB+JoYp+aj7mmX25W/Gutpv1IJP9wntiYr/AJRSltfH15R07TvoyseMi/VyRt9iUofc1Uc9FdoaYnHDlJDI48GCyigPSVZRceugnXtJoDoPAfCr+A1cAEC50J7bfHs77VQVGH0Se8fyo3u4i9aVhfK6IoNj1nYciOS3NTUNheUTpOcdKyvbTgDqi3Nxe5BGh14cuWlqgkxjsLFtOywHwq7vNCBNdbWYdw6ysVbz0B86ElT2GqpYgGXJIl3Zy55FXXrEKQOJBYaCjU0XRYOYC1nlVDla4sOuMw5G66HxFqBbKa00f/ET/EKK7ZJXDBb6NjMSfsrEv3mrf2lG1EHmbrHQedWIdpMNAB2AcvIG4HlQ6+p8vhVnZsPSSIh4E6/ujVvcDUNprCDWW9omxFxZiCTw1HAcOeh17+65qK1Et6YgGVl4dZTrfrLY+WjDx48zQNHqqNdby2062/0zZ9XF8hAUmxR0BFxfXNr2HQmxvR/cfZ6yKenUK8gaFO3UdKGI1AsU04cOGpoJt/EMI8LKrHVWjYa2ZoXLJm7bI4A8TTFupigHDXFrB1Jtppx14aE06lW6gcj95m1qZ7TDcGAMVE0ZdGFmVspHYRe9VSdfOnPfzBpIiY2FldHsshUgjMNFa4+ye8DtpIDa+dBZcptG6VQVEDS8H41Fn+A+Fc5uNWNkQ5541ylxmTMo4lRbNbyvQrQpa0nwkKNKsbzJFfV3fhGlr5itwWOnqj2ixsVxOw1NmhnGRh1elCqz21vbMOjHd17cDrcAfvJHiSJ8P8mjw6STM/SuTmYZcoXML5FNs1rDjamuAoUcul88WVLH1TqQb2APFjYXszv3EvYehTc6zLxWLqoAVM83H2btOEPPhYojdxGwl+koIJaM3UgC5vz09UkWBDeTfLGIGWXZInWPU9JA4T1gmZCxbNqb2AzW1Itch5kxiYLCg5DljS724IDqS1rnjfgCaW//</a:t>
            </a:r>
            <a:r>
              <a:rPr lang="en-AU" dirty="0" err="1"/>
              <a:t>AIrYe</a:t>
            </a:r>
            <a:r>
              <a:rPr lang="en-AU" dirty="0"/>
              <a:t>/U6KUdiy5JPAJOqA/apdSuYhRz35ySXaztF7ZvpFyNHHJgMJArkaLJlK3sCxQRntHG16X97LY7Gno4kTJ0iPIrKyOABbVSt9b8SO3XhT1tjb+B2jFKkdvlHRtaORckt7XFr2zC/NSR31kGDxcYQnOiZbgKdLENqwBF3JUcR1s3GwC0ZQNwLHrcymt9T3Rp2ZvQRhjhkm6LJdY+gjaSaeRtRfQBLkgHnrpexr3A+i7F4lFkxk5ictqHPSMFtxyggKTc6X0tzvpoO5GxgkS4qWMDEzopdmUCQLbqhueYixY8SeOoo7O1qpxhsoA+c4qQSSYlbH9G2z8McziSdhw6RrIO7o1sCO43ortideiaNQAuUgKBZQCLWsOAq3i5aXNrGykk8eHh+fd41AJY6ypMybY23JUZIj1UzZwpAGZrkrfhfW4HgK0HBiKxUK2ZZUfOQ1rCxy39UN1b/AFiRbhWY7wTs07FmvkOVdLEDiNRxsb68a72ZjsTIyxrM3Wsg8D9wFz/ren0qBAQIOpSNQgyPeiI/KJGtobW4clVSbchetC3dxrYjZ8OQXkhdUk1FwoUoDrqQUN+PFWorg/RhEP0pMhIGubtAPrW18rVPFu1g8Hm+f+TdKCmZnsCTqBdvDhfWgU6ysSBzFpaslgCdwbxNlxxNDsViL1Z3i2e+Gl6NiCCAysvqup4Ee+gkk1ICmQdZucRWW42k+yGviYhyLqPabVo2+T5sHhJSbWOHcnxUX+NZds6fLPG3Y6H2MK1TeGDPsuJbXISIcbaowU68uFaCD+Jh8pjYk2xCN85nsk0YDDObdNnWw5MpU8fI1DLioiiJ1up0gvoLh2zDS/K5qyuy+3oR+89/vNSLs9Bxnw6+Cg/5azuzNXWVJNrxl1chv0HROLjWyFLj+7QXpx+f9KZTDEP+0t/</a:t>
            </a:r>
            <a:r>
              <a:rPr lang="en-AU" dirty="0" err="1"/>
              <a:t>BGfjeubQ</a:t>
            </a:r>
            <a:r>
              <a:rPr lang="en-AU" dirty="0"/>
              <a:t>/95m+w341ZWUbD7ypBMX4c2gCDyJFOEsZRsLhiTcFXkvr1mPDyAI86G7qYLpJgx9WPrN5cB7dfKpsNijLi+k45nJH7oBt7gKrVN2t0nUxYXk+057wymynocS3FQbJKSL25dcDh20DXFIfop5Fl93CjGy2z4ieEnSYSr3ZwSyHyI99BWiHAr5VNMAaTnJ3hTYjhsRCOtrLGNGUjVx50W29b5PhySBmmxbc9evGPuoLuxhlOLw1h/</a:t>
            </a:r>
            <a:r>
              <a:rPr lang="en-AU" dirty="0" err="1"/>
              <a:t>bw</a:t>
            </a:r>
            <a:r>
              <a:rPr lang="en-AU" dirty="0"/>
              <a:t>/wDmLRDeJGOGwVmt1cQT5zW/y1xtntIvpf1zgtudip87fGieyEKRzTGw6ojXUHrSEA6jhZb+2lti/caZJ1McOFiIszydIw8SAvuJH8NRUHKWU3lvFSCT5XFmGZHEovpbL1X18CKA5TfTXwIPwNEMJiQMccw6ryPG/erkob6d4PlQPF4aSN2RspKMVOnNTb7qimvKWZoXxMZbBSAg/NTRSC4PCS8T8f8Aw662ZG0YMMqkFNGU8THItxcHuJHlVfdzNI0uHIFpoJUGptmUCVND3x2868gbWGVsT0zTx5WU5y8RQDIGL8RYEC3ZTCr/ABt1GsWZv5AOR0jH6PsSsck2zZzeKYlRf6xHVI7M6WI7wKAbc2W2GnaF+KtofrKfVbzHvuOVd7VQ/N4hbgpZHI5a3ifybTzWnPbmFbaeDhxEC3xUbCN10uxuFYd1iQ1+zNRXGdcwi9NuE9jsfvEaGEsGNwqqAXdvVRb2uT42AA1JIAuTWyei/YsmFjMk0XR9Nqt1HSKijQzPfq5uUa3tzJJ0p+jvdaJ7OwWSCFro7D9PiF0eYa2MSklY7jTKWBuTdv2ntHpHEcfC/tPbQ1pya2Iv9JDt90xCFHUGPXQ/njX59XZ7Q7ViwsbsYjPGQLn1C4Yiw7r1qm/28qYOO1wzkdVL2ueZPcL61nO5OHlxe1YJDqczEkcgFa3xFd2luTtKJ2hpNW372ek7gGSI3w7DI7SnK6tdGWGJlzs1yMxPVycDevzxtGF43KSIVPYysD5ZgDW9elfZmCSBFaBGkChVcls4VRYda9z53rCcaW9UOxUcFY3A8L8KDhqisT6EYKtlEhwWNKMrcQpBCknS3NWGqnvFbRunsPDYrGR4mOONsPJCGKk+pKpvKWT+zfMEFhoQzHS9Zjufg4ZJTFKCkrD+ryXAQTrqitn6rK5GUg1r/oZ2WIulLWErtJnRfVTIwUKF5a5/K1PVmy0frEcuatfYgeIPrePeNktQXF4u1T7ZxliaT9pbUtWbTN4y6y7jMYOfAcfw/PfSztraBYG1VdobW5A/68z+e6gmOxpK2v49/Z+e+nF0EBkJMW9pInSyFlLZl6pBtlbQBjp1rAHTwo/snBmONZjlzBkuFFlChSoINuuxtdm4ed6DYo3KA2y3OpIABNhcn2c+VG8Fifm3BK5c5QZQQpCIoJGbXXMdT2Veo1khqdPM4Amybu44SwA31SwP7p9X7x7KHb1bEGMikgkyhbBo3vdlkHC624cQdeBI76V/RttuztE59U2b9pDwYe7zFP2O6p/PtpQHhtOZZkezdlzSwHATxtHNGZGwTP8A2gQ2mhD2GYXFx+ApT+TSE2yMDzBFiPEHhWr75YYdG2JUyCSMKyFXsEkS+R8pBBBvlYaXGXsoFvDKk8EW0YlAWbqzKP7OcesD46keF+dN1QCodZ2FqnNkbuiBLg3U62BrWceM+yntYkdOovwvHM41+zWX4yUk1qeBs2znXvk/vjPfzz386Jh7kEQWPAVlI6zMLSdkY8m/GuLSfXHkv40RwmBml9SNm8BRBN0cY39lb95lH30hmE0++LZV/wBYfIL+FedE36xvd+FMGM3VxMYJZAbccpB+FB+hb6p9lTmnAXhzBQtHg3yC7y8hxynQe65/iqlsLDOuIjzIw1PL9k0Qxe0pFZY4pAhW17+Gg9lqk2fi5TOkUjqxJvof2TyHjQQDkLdZOazAQEEkSbPlYFXzDQ8Q1xU28UAWdiBZXs6+D6/G/son0O010ETZcxynMp0vpzqPeR5uhilkUq4Zo5Bpx9ZTp3Xq+xEqDeV91h/WEI5Zv8JqxvNiCYMIt9OikbzM8i39iD2UO3axZ6cam2WX3ROR7xUu8j2GEWwP9WB7+tPM3312X+Tukk9nv/Mq7Kw/</a:t>
            </a:r>
            <a:r>
              <a:rPr lang="en-AU" dirty="0" err="1"/>
              <a:t>SSonEEi</a:t>
            </a:r>
            <a:r>
              <a:rPr lang="en-AU" dirty="0"/>
              <a:t>/7o1b3XovtW741ABojRLp3MCfeTUm5ccgDvk4EBbrrfVmsfAAeLCpoZ8U0iCTD9HmkUk5VBtfXXieZqrElj8pYaCL2PzGaQC+bO/DjfMeyr+38O7SCXI3zqI56p0YjrA24ag12+HxRn6SKL5zMSuTLfx0NHRtHayw5ujmEglsRlvmRluDbuItp9ap6GVLRR2diTDNFLY/NurHTiAesPMXHnUm2Nkuk2KWNbph5C99NEY5oz22swGlG9sTbQnjyvBIAdT1LcPKhG8cRkjws99XjMT/APEgOUXPaUymjUyA+vP1+YN7kXEJ4GVTa4zRyLZgeasOFEt0sS2Dxhw8jZoZwFBP0tPm27idUPePCljYUhMZQ8YzbyOo+8eVN+Aw6TqmfijBlPMEEH4gewUXDHUoYvjQLB+s0ba22khhSGIBEVQLDsA4Uvttro4i63MjnKoGra6AKBxZjoKSdp7yF8fJAdUuoQgEkNlAKkDjdtB3kCrWO2tlZoIVMmJKlQQerAHWxIYcXynVr2F7A+tmcoUNSWmZXcmwAgDejapaR47K8pQpJJ1SEDMrGOIga2C5c/PO9tLU9+hjZ0cQfFSsqADIhYgAk2LkE8baDTvrOMRgViOQHMw9Y99GF2FPNg5JJp5I44V+YiNsrs1ybK7gKO8A3v3UljavEOUbCauGoZKdzuYT9LG2DLO1r5Bop5HwNZpa5qGad1uhLAD6Nzb2cKn2RMnSoJWyoWGZrXsL6mw40OhQ4a2GsI9UeE2/dHY8EGw55MTGrLMrEhhxsLJbsIOoI4UseiLeUrPJE0mjKRHmcXJ52U6m4W/P1eVxTd6Qdq4FYMHgZJf6vMpJdLmyqvzbdXW2YrWPbW3ebDFMQl5MNnJEingEmMd8w1W5XRtOIpp6JdMszqNYBrnn59817be0NTrSbj8Xrel/Db3TSSlBHnVmPRqW66qScql/pkCwuRc0U2gjLF0si5VFibFWtc2v82TcXI176STC1RcgXt0j5q0tATYnrKEslzX0cJkIQcz7O+hk+2IuRJPgfvo/sTdramIZGiwzwxmxzyEJcdvX1I8FNM07A9uBrbdmE9obtI8GRF6y6qSbXI7TS1tyMYcphwb5IxmPa7ksx87jStg2duzOIwJmi6TnkLWPfqotSpvFBBFKyPE7TOdMuUjqpckAm5Fhx4C2pFFxTAqMgvAez2ZHPENgIlbC2oUfMpGbQEdoBvb8PGtpweLE+HVwblQAe9T6p+72Um7FhwBgzDEITZiQ6sCgFi+g4AXFyNNRVjdXamHw7Ovy7CvCT1fnCCA3rK11tx1BvxPdSjo1Sn8Oo8x+o3UenxLg7/eFpCDdGF1YEEHmCLEUq7uYJIZptlyMejxQJjY2sHAvEy/tEKwPaY17acZcKJtYJIpP3JEJ9l6VN+9mTrEk2RlkhYWa3AEixBGlw4RvI0bDFrZWEUqWvdTEHaOEaN2jcWZGKsO8GxrRt05L4SQH6yezoIx/loBvvlxEUG0UFhMuSYD6OIjHWB8QD5J30R3Om+adP93E3teVf8gpjDjKxBk41uJSV4JwuJnw8eVFkv3A9tUnl2hIbhJieWho8+90kYK3HV0GnZoKiTfiS1s3nWbYgnSaVyQDK2yIdoo2YwyWPG/+tMnTH9U32RS1it6JW+mfbVD+mZfrGoIJk2gaTDzuxfI2pJ4cL8B5CjG7WzZenWRha1+P7pqeDb2DA60bX7mX8K6/2gwvARv5lP8ApqrNXIsKfmIRVoA34nkZDPgcVG4b1gDyJ41LgMFOyzRzRsBKAVLaDOhzDU9ov7K+G8OH/Vn7Sj3har7T3hjdAixi/IvKSB4Ll8+NSBXbQpbvH5lSaK6h79xnGxYcsmoAssnMc42X4mp9vqwfDsguywRXNwLesw0J/aqLdjCB3YvMiqq6m7sbngMqre3HXl31zvSpEqkMuUwxZTdgcqoEuRy1UnttbtooT+UrflBlxws1ucbMViJViXWxyqtwGsS3WYg8CLKov3mgmCinbEI0lyoJJJP7Jtxqps3eBURVkjEhW9mDuLgm+oyG/jXUu8UZJtCftH/9VANKupICd9x+YZGoEAl7fKxkUeExAkLr1Ty61qa8Bj8UgHSFlzAgMb2zHhqdOVKg26n6lvtH7o642pt/pUysraCy5i7BfBcoqwp1joV8x+ZDmjye/cYS2rtudhIhcm+nre2hOAjkaFsLkuXkV47FbrKOra19Qym3iFoUWb6+trgZWGlewyyBlbONCD9Lkb8aMUK6QSsrA6S5hnMMziTQAEPYE8Dx0FtO3v50Rwm9CqyxwKXd2CrfRQzGwvfXieFqqYaR5Lq8jOpUp1iSbAhgNTzKgW76F7HeOGdGkHqSKx48Fa49tvfV6RGbNzg6ysVyHYxp25s0KDiYRIsgVpEn1HSGPVyBmIty4Ak3OutXJymGhZILmV9Xc6t1tbX7hp3VLtjFZMKwzRlSHXD2v1xIdWIJNsq68F5DW9wl9NL9dPf+FN4yoActMxTA0c4z1eRhrYszxTxydGCVYEdICUvyL9wOvlUu+W8+JGIdo8bnVrE9AXEV7WICOB/</a:t>
            </a:r>
            <a:r>
              <a:rPr lang="en-AU" dirty="0" err="1"/>
              <a:t>OgIml+unv</a:t>
            </a:r>
            <a:r>
              <a:rPr lang="en-AU" dirty="0"/>
              <a:t>/CuTCzesyHwJv8KzVFmzGargMLCB8VMXJYhSTxIAF/EDT3Uz7v7uwz7Pxc5u0sOUoVJuov1g6fVtc5rcuI4UIxGx2OqqT+6CfcKl2Q0sJWSCV45LlXHAZG0vfgym9ip5kVo4d1J6iZeLpuBpobz3aOzJ0CRzhlygZLkGwcCQAAE2BDXHLjz0q9sTaeKwJ6RLPCfmmRxmidSOkMZU8NGzafWvzqbG7rYr5PDjXfMkrELma4XW6XJJ0I5WoLHh3doomJCySDgR9NrMbfR9U28KsylX0Mqrq9PtC4jhsrA7OxUhkwzfJ5mV1OFkYZSXGUmCVtCbE2RiPIUxf0XPiUGFlVokw0bhzzyyArZQwGpvcXPI8hekTe3YCYWRIgzNcG7MBfRVN7D1hrpwNXNn714vDRqkyfKMM6kIJC3q21Ecw1HYV1twtU8bsFRoTz5QbYdswZe0ByO/jz7/ABkuC3ggwSSRJg4s7Fgksiq0mRnIQPochCgE5QO3W9zq+7m3cNDFh8GryGVl/tA+Z2yhiRnJZQQSVBtdRpe1ZVsB8FLiWxs6TrhYXEkisM4Mn0EuoF1uATfgNDoaPekPaUTLFjYZv63MCQEsT0LAFQTYkMpVSLfteIWyKX+kI7HKBzM0DeZJZEOGjYo8g6zgm8UZ4sLfSPADxPKs6XciWPFw4eNnEZGbpbjqEaMy9pK3UqRYhgOyjPo13yGKZYJ+rLxaRjpKdSQW5PlBIHMLpwtT9sxBLI0w9X1Y7/UGpb+I6+AWm02iFQshtMf2Hs6GLbE2FxaKI3zqFUER9ZQwydl1c6DhcjW9N20PRPg5AvyWfIVvoxuWBN7Fibi17A2OgHGkHfXEMdpYjEKbsrfMg8OqgQNrodReqGA3yxKdUzyoRpqc1vt3tUJUBO8O9GplBHSPW0fRsII3ZYpWkyEKQQy5iNGzixBBNwMp9Xleg2zdpbYw/UaGaeLgUkjdwRzs1rj227qs7K9JOLitnyzJ2r1Wt2kar7QtOOw/SEMSuZC41sQ6gHTja1wfI0cm+4ivbQa6jxi3tjdeaOB+ihIhxKh5MOWBOGmVQytGdLgEWIv3W1BAPdJ7BxwPRhT/</a:t>
            </a:r>
            <a:r>
              <a:rPr lang="en-AU" dirty="0" err="1"/>
              <a:t>AASMf</a:t>
            </a:r>
            <a:r>
              <a:rPr lang="en-AU" dirty="0"/>
              <a:t>/UrTNt7ZDwOTa+U5e9/oDxzZayrY2JtO4uDdZLkG4JtESQdL3N+yqZMpDQlOo1SmynlK+N2oAzI0aGxtc8aHGWK9+iW/wC8apbcT59+va5GnkKoZP8AeGsx07R1m9ScZBpyjEu1AFyhEt5/jUX9IL9Rfa340BMY/WH31z0Y/WH31XJ85fP8pZlxLAqAF17j+NdnEsJMgy2t2fzpsXc6JiGMz6dgH4VL/</a:t>
            </a:r>
            <a:r>
              <a:rPr lang="en-AU" dirty="0" err="1"/>
              <a:t>sfBnzmSTs+j</a:t>
            </a:r>
            <a:r>
              <a:rPr lang="en-AU" dirty="0"/>
              <a:t>/wBNVPtCl18pHuFTp5xQxeJcWtbXu/nVvDQSvKqqtxxJtw8+VP0W5GDijXEYx36EqTGM4zu+mXRQCBxqrhdrxsyhjCFjGVApKkDvyIMx7zc1R8dcdgXkJhR/aMuwdgSqoOESBw0adLJI0inpBqQNOAJ5Uo76YToxlUq2JBbpMrMyWFso6wGvH2ankHnZ+9UQGUPHbsDTH/0zUW19sRSxlTGDp1WAxAIPaD8n+JpWm7hs5375ci4y20mOzTSKYxe2b1tBpUJnctIC3q2tw7L1p+A3MixkDOpeOdTcNJ6h7TZUJ4UCwOMhAKzQKrLoXWJSJCNC1lQW/nT74hlXNa8DSoo7Fb2iWkzfNdb1r5uHjXEs7ZJDmOjADwrQxjsNyRbd8YHxFRtJhDp0MRH/AA0/Cge+tzQxj3If9CIE7G768FrtnNm6x9VOZ408uuE1/q6a/sLUT4fDG/8AVl9nZw51BxV/6nylxhyOcTZnNzrzUe2plwrNe458W5jt140zvhIH6q4cZ2ICjXVzovBuXHyrVNjejvCxQA4hBJJluzEmw04C3ACp49he0HUAQ6mZngN0ME0YkGOYPl1iELDX97gT31Xi3acWtBjnC3F16LrX5m5q9t/HRQSsMOSoB0sTQhvSFjE0Wdrd9j8amjdtTKVLjRZbG7ji39T2poD9GLW/baopdhSAH+pbTNwOKpy8KrN6T9oDhOfsr+FRt6Utpf8AeP7q/</a:t>
            </a:r>
            <a:r>
              <a:rPr lang="en-AU" dirty="0" err="1"/>
              <a:t>hTYVekXzVBzlyMyxG</a:t>
            </a:r>
            <a:r>
              <a:rPr lang="en-AU" dirty="0"/>
              <a:t>/9H47TkU8uS0GniYDKcJigLMBmAFszBua8rKB2ZRU0vpM2kf8AtLDwVfwoZi98cZL+kxEjDsvp7BUoir8IkMzv8RjLszFJPCmGxOLngiiN1DIrgnl6oHDTj2VQ2vsfDxsDhcWZ2uDmdMgBHbm9bje/bS5HjGY9YmtT3A3NwmLQtKWLDkGI+FPqGqDMbaTNrOlA7kgnbSIW1eleZGlsDIZDmBut216p8FAANPu5HyPHYBcLNGyojzs8xZVVHYsyZbm5OVhpbkew19v3uSmDCtGz9AxswvqhOgZTQeXd+MYaKITOsWZn7CWv6wIAsbaeFI41coGu+oMdwLcYEqNtPnBGPll6J4IoCcPhHILBQM5d7RPIc3XZra2GltBQXZ0BEnzt0LEZrjVFbUkKeGh0FOeMxzQoow0kNxG8ZzBb5X0LBrfpLaZ+Nr0oYhXU5Wk6RyTmkJuuXKLanrFrgjwtQKT32EbqU7aGWdtFJJh8lLAIqrnYm8hRciaX00sijSwOthWgbE9IsgwLwyJbEoWTPYWYerc24MLG9tOFuNhnOwJB0gdxlCG4DKTmPLS2tGXIclryMxNySupJo71mA0GsXp4RGIzbDxkEp6TRtew87+NBtpYQ8G5cG+493dRgxPewjbzsPvr75FM30B5sKURipmjUVXEVokcH1rd4pp2JtYRKEHq9h1BPaR299RHYMh4qg/</a:t>
            </a:r>
            <a:r>
              <a:rPr lang="en-AU" dirty="0" err="1"/>
              <a:t>i</a:t>
            </a:r>
            <a:r>
              <a:rPr lang="en-AU" dirty="0"/>
              <a:t>/lViLdKRvpoPz402tUxF8Mp3nO196C5VUZgitmNj65A0XNe4W/iezgDUOwJ7uCdNH4Cw1AsB9mrx3Dkt+nX7P/uq1sndJgR88twT9HuI+t3j2UUOS2sE1BUSyRd2sfnW4cB+fdQ7DTs4J0Fu7+dN+0d2WEhvIvAcj+PfQ/D7rMoPzqm57D+NJ1KqBmjtKm2RYvYaVnvew8q46V+72Ux4XdR1B+cXXuNSf7LP9dffVDXpgy4pPYQ5Fizbl7q9bE/sj2CgyVIppDhiOcQx+wu8ZOF6N7HIoCCguz8aTKNBx/POgMR0q5s39IvjQuCBeRe201nClVQaC+lKm+G2WuIV4W11NFYGOQa86z/eFj8ofU8qrQS5gP7Qm+2mVAi3AtY2ahYmHYfaPwqjnPaakU6U01zvLqAu0tNKDyPsFclh2e4fjVQmvGOlcFl7y2HHZ7v51JnHYPZ/OqMJqYCotOvLezum+URPB0ZdGuFkByk95B0po3n3n2v0ZjOEgS4sWSQm/hcaUq7K/TJ4j40/bf1RaG9Qq4W2hg2QNqZjOP2bjWJLQk37Cv40Lk2Niv1D+78a2fHIMvAcKBxDU1oLUYDlFyinrMtbY2I/Uv7K4OyMR+pf2Vo2OOtRoa73lugk+7qeZmef0NiP1L+yvf6ExH6l6f3Y9tfZj213vL9BI91TqYixbExI/sj7V/GnLc3G7Rwr3igV+1S419lXYjTLu16wrQwb1HO9pn4+lSWmSRfv/ABKW+G2Np4mDo5sPh4Ebj1i7eXIVNseNmw6I9jlBt+fKre+h0FVdn/olpX2oSGCX0hfZiqKZcCxP1/2cbMXpM6Mq6DTTvobO5XTIOPd+FX9k/pW8DVPaPHzrORQXtHy5Ak+HFxfox+fKr0JAB6g/PlVPC8BV9D1TW1TooF2mbVruTvAuJxtnIyD3fhVrDTDiU+FU8SeufGiOG9Wg0KCFibQ1au4Qaz3pl+oKv4adLep+fbVC1SRU9wwIjxmO8Ivi47epQ7BYuO56vOvpuBofguJqjDWERzlMk2zio8w0/</a:t>
            </a:r>
            <a:r>
              <a:rPr lang="en-AU" dirty="0" err="1"/>
              <a:t>PsoeMVF+b</a:t>
            </a:r>
            <a:r>
              <a:rPr lang="en-AU" dirty="0"/>
              <a:t>/hXm2+IoUONZGIQcQzWw7nhiF/lcf5/wBK9+VR9o/PlQdq5pc0xGM5n//Z</a:t>
            </a:r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91315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489802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Bill L 49 was introduced on 8 October 2026 by the Danish culture minister. Every person gets control over realistic digital imitations of their appearance and voice. Exceptions for caricature, parody, satire and criticism – unless the imitation is dangerous misinformation. Planned entry into force: 1 January 2027, if the Folketing adopts it.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AC08E2-A1CB-443D-8F44-A319285734D2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3506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https://www.instagram.com/p/DWy9IZyCLzM/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276872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https://www.freepik.com/premium-vector/old-shield-with-flag-european-union_4859557.htm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091022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https://www.freepik.com/premium-vector/flags-poland-european-union-ukraine-stand-row-indoor-flagpole_41371631.htm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68914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-225" y="0"/>
            <a:ext cx="9144000" cy="43692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2419350"/>
            <a:ext cx="4235100" cy="16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4301222"/>
            <a:ext cx="42351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997300" y="1477650"/>
            <a:ext cx="3431400" cy="21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53" name="Google Shape;53;p8"/>
          <p:cNvSpPr>
            <a:spLocks noGrp="1"/>
          </p:cNvSpPr>
          <p:nvPr>
            <p:ph type="pic" idx="2"/>
          </p:nvPr>
        </p:nvSpPr>
        <p:spPr>
          <a:xfrm>
            <a:off x="0" y="0"/>
            <a:ext cx="4076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15100" y="1481875"/>
            <a:ext cx="34467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715137" y="2427725"/>
            <a:ext cx="3446700" cy="12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5067300" y="0"/>
            <a:ext cx="4076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 hasCustomPrompt="1"/>
          </p:nvPr>
        </p:nvSpPr>
        <p:spPr>
          <a:xfrm>
            <a:off x="1399475" y="14046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2" hasCustomPrompt="1"/>
          </p:nvPr>
        </p:nvSpPr>
        <p:spPr>
          <a:xfrm>
            <a:off x="1399475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3" hasCustomPrompt="1"/>
          </p:nvPr>
        </p:nvSpPr>
        <p:spPr>
          <a:xfrm>
            <a:off x="4204650" y="14046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5" hasCustomPrompt="1"/>
          </p:nvPr>
        </p:nvSpPr>
        <p:spPr>
          <a:xfrm>
            <a:off x="7018825" y="14046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6" hasCustomPrompt="1"/>
          </p:nvPr>
        </p:nvSpPr>
        <p:spPr>
          <a:xfrm>
            <a:off x="7018825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709925" y="1984475"/>
            <a:ext cx="2113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3515100" y="1984475"/>
            <a:ext cx="2113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6337075" y="1984475"/>
            <a:ext cx="2098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9"/>
          </p:nvPr>
        </p:nvSpPr>
        <p:spPr>
          <a:xfrm>
            <a:off x="709925" y="3646550"/>
            <a:ext cx="2113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3"/>
          </p:nvPr>
        </p:nvSpPr>
        <p:spPr>
          <a:xfrm>
            <a:off x="3524700" y="3646550"/>
            <a:ext cx="20946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6337075" y="3646550"/>
            <a:ext cx="2098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2">
            <a:alphaModFix/>
          </a:blip>
          <a:srcRect t="6290" b="-2324"/>
          <a:stretch/>
        </p:blipFill>
        <p:spPr>
          <a:xfrm>
            <a:off x="7420217" y="0"/>
            <a:ext cx="1723781" cy="67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2">
            <a:alphaModFix/>
          </a:blip>
          <a:srcRect t="6290" b="-2324"/>
          <a:stretch/>
        </p:blipFill>
        <p:spPr>
          <a:xfrm flipH="1">
            <a:off x="-8" y="0"/>
            <a:ext cx="1723781" cy="67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7569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2"/>
          </p:nvPr>
        </p:nvSpPr>
        <p:spPr>
          <a:xfrm>
            <a:off x="4667100" y="1152475"/>
            <a:ext cx="37569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24" name="Google Shape;124;p17"/>
          <p:cNvGrpSpPr/>
          <p:nvPr/>
        </p:nvGrpSpPr>
        <p:grpSpPr>
          <a:xfrm>
            <a:off x="0" y="6275"/>
            <a:ext cx="9144001" cy="5124224"/>
            <a:chOff x="0" y="6275"/>
            <a:chExt cx="9144001" cy="5124224"/>
          </a:xfrm>
        </p:grpSpPr>
        <p:pic>
          <p:nvPicPr>
            <p:cNvPr id="125" name="Google Shape;125;p17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flipH="1">
              <a:off x="0" y="6275"/>
              <a:ext cx="1752653" cy="494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7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rot="10800000" flipH="1">
              <a:off x="7391399" y="4636375"/>
              <a:ext cx="1752602" cy="494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2571325" y="1646475"/>
            <a:ext cx="5235000" cy="38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2"/>
          </p:nvPr>
        </p:nvSpPr>
        <p:spPr>
          <a:xfrm>
            <a:off x="2571325" y="2898075"/>
            <a:ext cx="5235000" cy="38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3"/>
          </p:nvPr>
        </p:nvSpPr>
        <p:spPr>
          <a:xfrm>
            <a:off x="2571325" y="4149675"/>
            <a:ext cx="5235000" cy="38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4"/>
          </p:nvPr>
        </p:nvSpPr>
        <p:spPr>
          <a:xfrm>
            <a:off x="2571325" y="1201325"/>
            <a:ext cx="5235000" cy="52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5"/>
          </p:nvPr>
        </p:nvSpPr>
        <p:spPr>
          <a:xfrm>
            <a:off x="2571325" y="2419174"/>
            <a:ext cx="5235000" cy="52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subTitle" idx="6"/>
          </p:nvPr>
        </p:nvSpPr>
        <p:spPr>
          <a:xfrm>
            <a:off x="2571325" y="3637024"/>
            <a:ext cx="5235000" cy="52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6" name="Google Shape;146;p19"/>
          <p:cNvGrpSpPr/>
          <p:nvPr/>
        </p:nvGrpSpPr>
        <p:grpSpPr>
          <a:xfrm>
            <a:off x="-8" y="0"/>
            <a:ext cx="9144006" cy="678901"/>
            <a:chOff x="-8" y="0"/>
            <a:chExt cx="9144006" cy="678901"/>
          </a:xfrm>
        </p:grpSpPr>
        <p:pic>
          <p:nvPicPr>
            <p:cNvPr id="147" name="Google Shape;147;p19"/>
            <p:cNvPicPr preferRelativeResize="0"/>
            <p:nvPr/>
          </p:nvPicPr>
          <p:blipFill rotWithShape="1">
            <a:blip r:embed="rId2">
              <a:alphaModFix/>
            </a:blip>
            <a:srcRect t="6290" b="-2324"/>
            <a:stretch/>
          </p:blipFill>
          <p:spPr>
            <a:xfrm>
              <a:off x="7420217" y="0"/>
              <a:ext cx="1723781" cy="678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9"/>
            <p:cNvPicPr preferRelativeResize="0"/>
            <p:nvPr/>
          </p:nvPicPr>
          <p:blipFill rotWithShape="1">
            <a:blip r:embed="rId2">
              <a:alphaModFix/>
            </a:blip>
            <a:srcRect t="6290" b="-2324"/>
            <a:stretch/>
          </p:blipFill>
          <p:spPr>
            <a:xfrm flipH="1">
              <a:off x="-8" y="0"/>
              <a:ext cx="1723781" cy="6789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4"/>
          <p:cNvGrpSpPr/>
          <p:nvPr/>
        </p:nvGrpSpPr>
        <p:grpSpPr>
          <a:xfrm>
            <a:off x="-8" y="0"/>
            <a:ext cx="9144006" cy="678901"/>
            <a:chOff x="-8" y="0"/>
            <a:chExt cx="9144006" cy="678901"/>
          </a:xfrm>
        </p:grpSpPr>
        <p:pic>
          <p:nvPicPr>
            <p:cNvPr id="201" name="Google Shape;201;p24"/>
            <p:cNvPicPr preferRelativeResize="0"/>
            <p:nvPr/>
          </p:nvPicPr>
          <p:blipFill rotWithShape="1">
            <a:blip r:embed="rId2">
              <a:alphaModFix/>
            </a:blip>
            <a:srcRect t="6290" b="-2324"/>
            <a:stretch/>
          </p:blipFill>
          <p:spPr>
            <a:xfrm>
              <a:off x="7420217" y="0"/>
              <a:ext cx="1723781" cy="678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4"/>
            <p:cNvPicPr preferRelativeResize="0"/>
            <p:nvPr/>
          </p:nvPicPr>
          <p:blipFill rotWithShape="1">
            <a:blip r:embed="rId2">
              <a:alphaModFix/>
            </a:blip>
            <a:srcRect t="6290" b="-2324"/>
            <a:stretch/>
          </p:blipFill>
          <p:spPr>
            <a:xfrm flipH="1">
              <a:off x="-8" y="0"/>
              <a:ext cx="1723781" cy="6789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5"/>
          <p:cNvGrpSpPr/>
          <p:nvPr/>
        </p:nvGrpSpPr>
        <p:grpSpPr>
          <a:xfrm flipH="1">
            <a:off x="0" y="6275"/>
            <a:ext cx="9144001" cy="5124224"/>
            <a:chOff x="0" y="6275"/>
            <a:chExt cx="9144001" cy="5124224"/>
          </a:xfrm>
        </p:grpSpPr>
        <p:pic>
          <p:nvPicPr>
            <p:cNvPr id="205" name="Google Shape;205;p25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flipH="1">
              <a:off x="0" y="6275"/>
              <a:ext cx="1752653" cy="494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5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rot="10800000" flipH="1">
              <a:off x="7391399" y="4636375"/>
              <a:ext cx="1752602" cy="494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7CE2C-4F83-43EC-806F-3F35E28D5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69CB239-6A21-4AC1-8D28-A4ACD23E1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2ACE462-6757-4F7A-82A0-34B9B46D8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3A26-AB3F-457E-98C6-F59AA77BDFC6}" type="datetimeFigureOut">
              <a:rPr lang="uk-UA" smtClean="0"/>
              <a:t>26.10.2026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B08559A-918F-44A4-A91E-45567FE6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31B77CF-6EBB-45AC-9E08-E74E4820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EBA7A-03B5-418F-BC9A-F1E6EC23548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9007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B6F3B-C6EC-4952-9159-2F6ECE4D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5B5B3E1-7B27-449D-93CD-C99930B9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3A26-AB3F-457E-98C6-F59AA77BDFC6}" type="datetimeFigureOut">
              <a:rPr lang="uk-UA" smtClean="0"/>
              <a:t>26.10.2026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AC168FA-54FA-4081-9907-676E8D6B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D13D439-CFAB-4259-8805-7114F827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EBA7A-03B5-418F-BC9A-F1E6EC23548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808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B861C-65DD-4499-A519-9EBD5595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4E641B-49D3-4320-9B82-9717DC5F3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C7EB329-AE39-473D-9EC4-441BEA496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654751F-BA6D-4601-89F8-53C8FBC2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3A26-AB3F-457E-98C6-F59AA77BDFC6}" type="datetimeFigureOut">
              <a:rPr lang="uk-UA" smtClean="0"/>
              <a:t>26.10.2026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4029553-060D-40D9-8C8E-450FA72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A1356B9-C772-4470-B0F3-78611445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EBA7A-03B5-418F-BC9A-F1E6EC23548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0784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F7FFC-7DBB-4942-8E43-C41D56832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445C9A-5C8B-4973-8334-2B065006B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DCA20CA-5947-498F-A85E-C7CF360BE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2A1914B-9A62-46B7-A77F-D8E0C8AE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3A26-AB3F-457E-98C6-F59AA77BDFC6}" type="datetimeFigureOut">
              <a:rPr lang="uk-UA" smtClean="0"/>
              <a:t>26.10.2026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1749329-E185-4357-B1C9-1FF8315A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EBBCF70-FEE2-443F-9932-EDA97C41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EBA7A-03B5-418F-BC9A-F1E6EC23548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1522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8474CF1-FEC5-442F-A369-FE1D0FC9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3A26-AB3F-457E-98C6-F59AA77BDFC6}" type="datetimeFigureOut">
              <a:rPr lang="uk-UA" smtClean="0"/>
              <a:t>26.10.2026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FCEEB682-BC05-4838-9EB0-5F1829E0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1E99225-80F7-4CC6-874D-8D059DFB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EBA7A-03B5-418F-BC9A-F1E6EC23548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6433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95096-E0C8-4164-A734-AF70F467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C70B2F4-0FC9-4E2F-BBEA-D64476CCC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C09E26D-DFAF-47D7-A55D-D6A68961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3A26-AB3F-457E-98C6-F59AA77BDFC6}" type="datetimeFigureOut">
              <a:rPr lang="uk-UA" smtClean="0"/>
              <a:t>26.10.2026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9183DFC-83BE-44F2-9DBC-8FBC2DE8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CDB646D-D501-4712-B966-25EC24C3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EBA7A-03B5-418F-BC9A-F1E6EC23548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8827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100" y="0"/>
            <a:ext cx="9144000" cy="164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4087475" y="1147237"/>
            <a:ext cx="969300" cy="9693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4135950" y="1208048"/>
            <a:ext cx="872100" cy="84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568100" y="2314200"/>
            <a:ext cx="60078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erriweather"/>
              <a:buChar char="◉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○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■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●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○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■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●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○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rriweather"/>
              <a:buChar char="■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3593400" y="1134156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9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buNone/>
              <a:defRPr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100" y="0"/>
            <a:ext cx="9144000" cy="79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1777275" y="522975"/>
            <a:ext cx="5589600" cy="5469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0" y="1403306"/>
            <a:ext cx="8229600" cy="3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◉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100" y="0"/>
            <a:ext cx="9144000" cy="79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1777275" y="522975"/>
            <a:ext cx="5589600" cy="5469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397363"/>
            <a:ext cx="3994500" cy="35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92274" y="1397363"/>
            <a:ext cx="3994500" cy="35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100" y="0"/>
            <a:ext cx="9144000" cy="79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1777275" y="522975"/>
            <a:ext cx="5589600" cy="5469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 type="blank">
  <p:cSld name="BLANK">
    <p:bg>
      <p:bgPr>
        <a:solidFill>
          <a:schemeClr val="accent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322800" y="328500"/>
            <a:ext cx="8498400" cy="448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385544" y="389475"/>
            <a:ext cx="8373000" cy="4364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3"/>
                </a:solidFill>
              </a:defRPr>
            </a:lvl1pPr>
            <a:lvl2pPr lvl="1">
              <a:buNone/>
              <a:defRPr>
                <a:solidFill>
                  <a:schemeClr val="accent3"/>
                </a:solidFill>
              </a:defRPr>
            </a:lvl2pPr>
            <a:lvl3pPr lvl="2">
              <a:buNone/>
              <a:defRPr>
                <a:solidFill>
                  <a:schemeClr val="accent3"/>
                </a:solidFill>
              </a:defRPr>
            </a:lvl3pPr>
            <a:lvl4pPr lvl="3">
              <a:buNone/>
              <a:defRPr>
                <a:solidFill>
                  <a:schemeClr val="accent3"/>
                </a:solidFill>
              </a:defRPr>
            </a:lvl4pPr>
            <a:lvl5pPr lvl="4">
              <a:buNone/>
              <a:defRPr>
                <a:solidFill>
                  <a:schemeClr val="accent3"/>
                </a:solidFill>
              </a:defRPr>
            </a:lvl5pPr>
            <a:lvl6pPr lvl="5">
              <a:buNone/>
              <a:defRPr>
                <a:solidFill>
                  <a:schemeClr val="accent3"/>
                </a:solidFill>
              </a:defRPr>
            </a:lvl6pPr>
            <a:lvl7pPr lvl="6">
              <a:buNone/>
              <a:defRPr>
                <a:solidFill>
                  <a:schemeClr val="accent3"/>
                </a:solidFill>
              </a:defRPr>
            </a:lvl7pPr>
            <a:lvl8pPr lvl="7">
              <a:buNone/>
              <a:defRPr>
                <a:solidFill>
                  <a:schemeClr val="accent3"/>
                </a:solidFill>
              </a:defRPr>
            </a:lvl8pPr>
            <a:lvl9pPr lvl="8">
              <a:buNone/>
              <a:defRPr>
                <a:solidFill>
                  <a:schemeClr val="accent3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322800" y="328500"/>
            <a:ext cx="8498400" cy="44865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385544" y="389475"/>
            <a:ext cx="8373000" cy="43647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nva Sans Bold"/>
                <a:ea typeface="+mn-ea"/>
                <a:cs typeface="+mn-cs"/>
              </a:rPr>
              <a:pPr defTabSz="457200">
                <a:buClrTx/>
              </a:pPr>
              <a:t>10/26/2026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nva Sans Bold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nva Sans Bold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nva Sans Bold"/>
                <a:ea typeface="+mn-ea"/>
                <a:cs typeface="+mn-cs"/>
              </a:rPr>
              <a:pPr defTabSz="457200">
                <a:buClrTx/>
              </a:pPr>
              <a:t>‹№›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nva Sans 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2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9" r:id="rId4"/>
    <p:sldLayoutId id="2147483663" r:id="rId5"/>
    <p:sldLayoutId id="2147483665" r:id="rId6"/>
    <p:sldLayoutId id="2147483670" r:id="rId7"/>
    <p:sldLayoutId id="2147483671" r:id="rId8"/>
    <p:sldLayoutId id="2147483677" r:id="rId9"/>
    <p:sldLayoutId id="2147483678" r:id="rId10"/>
    <p:sldLayoutId id="2147483679" r:id="rId11"/>
    <p:sldLayoutId id="2147483680" r:id="rId12"/>
    <p:sldLayoutId id="214748368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10300" y="556800"/>
            <a:ext cx="5523600" cy="47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345100"/>
            <a:ext cx="8229600" cy="3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◉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●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●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hilol.vernadskyjournals.in.ua/journals/2025/1_2025/part_2/45.pdf" TargetMode="External"/><Relationship Id="rId3" Type="http://schemas.openxmlformats.org/officeDocument/2006/relationships/hyperlink" Target="https://www.diva-portal.org/smash/get/diva2:1739518/FULLTEXT01.pdf" TargetMode="External"/><Relationship Id="rId7" Type="http://schemas.openxmlformats.org/officeDocument/2006/relationships/hyperlink" Target="http://regionalstudies.uzhnu.uz.ua/archive/39/5.pdf" TargetMode="External"/><Relationship Id="rId2" Type="http://schemas.openxmlformats.org/officeDocument/2006/relationships/hyperlink" Target="https://www.osce.org/files/f/documents/7/e/384567.pdf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science.lpnu.ua/sites/default/files/journal-paper/2024/may/34470/10_0.pdf" TargetMode="External"/><Relationship Id="rId5" Type="http://schemas.openxmlformats.org/officeDocument/2006/relationships/hyperlink" Target="https://euvsdisinfo.eu/hate-speech-and-calls-for-genocide-in-putins-russia/" TargetMode="External"/><Relationship Id="rId10" Type="http://schemas.openxmlformats.org/officeDocument/2006/relationships/hyperlink" Target="https://mid.ru/en/press_service/articles_and_rebuttals/en/examples-of-manifestations-of-russophobia/2037744/?lang=ru" TargetMode="External"/><Relationship Id="rId4" Type="http://schemas.openxmlformats.org/officeDocument/2006/relationships/hyperlink" Target="https://www.rand.org/pubs/research_briefs/RBA3450-1.html" TargetMode="External"/><Relationship Id="rId9" Type="http://schemas.openxmlformats.org/officeDocument/2006/relationships/hyperlink" Target="https://journals.ispan.edu.pl/index.php/cs-ec/en/article/view/cs.2624/8200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0B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29"/>
          <p:cNvGrpSpPr/>
          <p:nvPr/>
        </p:nvGrpSpPr>
        <p:grpSpPr>
          <a:xfrm>
            <a:off x="-547978" y="307480"/>
            <a:ext cx="5518544" cy="4321842"/>
            <a:chOff x="-1682953" y="1117036"/>
            <a:chExt cx="10729862" cy="3812730"/>
          </a:xfrm>
        </p:grpSpPr>
        <p:grpSp>
          <p:nvGrpSpPr>
            <p:cNvPr id="219" name="Google Shape;219;p29"/>
            <p:cNvGrpSpPr/>
            <p:nvPr/>
          </p:nvGrpSpPr>
          <p:grpSpPr>
            <a:xfrm rot="1180837">
              <a:off x="-1682953" y="1117036"/>
              <a:ext cx="10729862" cy="2443975"/>
              <a:chOff x="-530643" y="3069026"/>
              <a:chExt cx="6267026" cy="1453234"/>
            </a:xfrm>
          </p:grpSpPr>
          <p:sp>
            <p:nvSpPr>
              <p:cNvPr id="220" name="Google Shape;220;p29"/>
              <p:cNvSpPr/>
              <p:nvPr/>
            </p:nvSpPr>
            <p:spPr>
              <a:xfrm rot="5221006">
                <a:off x="2245370" y="794418"/>
                <a:ext cx="901093" cy="5450310"/>
              </a:xfrm>
              <a:custGeom>
                <a:avLst/>
                <a:gdLst/>
                <a:ahLst/>
                <a:cxnLst/>
                <a:rect l="l" t="t" r="r" b="b"/>
                <a:pathLst>
                  <a:path w="18721" h="113235" fill="none" extrusionOk="0">
                    <a:moveTo>
                      <a:pt x="0" y="113235"/>
                    </a:moveTo>
                    <a:lnTo>
                      <a:pt x="18721" y="1"/>
                    </a:lnTo>
                  </a:path>
                </a:pathLst>
              </a:custGeom>
              <a:noFill/>
              <a:ln w="47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 rot="5221006">
                <a:off x="2227412" y="802733"/>
                <a:ext cx="916206" cy="5541184"/>
              </a:xfrm>
              <a:custGeom>
                <a:avLst/>
                <a:gdLst/>
                <a:ahLst/>
                <a:cxnLst/>
                <a:rect l="l" t="t" r="r" b="b"/>
                <a:pathLst>
                  <a:path w="19035" h="115123" fill="none" extrusionOk="0">
                    <a:moveTo>
                      <a:pt x="1" y="115123"/>
                    </a:moveTo>
                    <a:lnTo>
                      <a:pt x="19035" y="0"/>
                    </a:lnTo>
                  </a:path>
                </a:pathLst>
              </a:custGeom>
              <a:noFill/>
              <a:ln w="43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9"/>
              <p:cNvSpPr/>
              <p:nvPr/>
            </p:nvSpPr>
            <p:spPr>
              <a:xfrm rot="5221006">
                <a:off x="2209639" y="811496"/>
                <a:ext cx="931320" cy="5631818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17006" fill="none" extrusionOk="0">
                    <a:moveTo>
                      <a:pt x="0" y="117006"/>
                    </a:moveTo>
                    <a:lnTo>
                      <a:pt x="19348" y="1"/>
                    </a:lnTo>
                  </a:path>
                </a:pathLst>
              </a:custGeom>
              <a:noFill/>
              <a:ln w="38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9"/>
              <p:cNvSpPr/>
              <p:nvPr/>
            </p:nvSpPr>
            <p:spPr>
              <a:xfrm rot="5221006">
                <a:off x="2191674" y="819819"/>
                <a:ext cx="946145" cy="5722404"/>
              </a:xfrm>
              <a:custGeom>
                <a:avLst/>
                <a:gdLst/>
                <a:ahLst/>
                <a:cxnLst/>
                <a:rect l="l" t="t" r="r" b="b"/>
                <a:pathLst>
                  <a:path w="19657" h="118888" fill="none" extrusionOk="0">
                    <a:moveTo>
                      <a:pt x="1" y="118888"/>
                    </a:moveTo>
                    <a:lnTo>
                      <a:pt x="19656" y="0"/>
                    </a:lnTo>
                  </a:path>
                </a:pathLst>
              </a:custGeom>
              <a:noFill/>
              <a:ln w="3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9"/>
              <p:cNvSpPr/>
              <p:nvPr/>
            </p:nvSpPr>
            <p:spPr>
              <a:xfrm rot="5221006">
                <a:off x="2214600" y="1117232"/>
                <a:ext cx="861898" cy="5233875"/>
              </a:xfrm>
              <a:custGeom>
                <a:avLst/>
                <a:gdLst/>
                <a:ahLst/>
                <a:cxnLst/>
                <a:rect l="l" t="t" r="r" b="b"/>
                <a:pathLst>
                  <a:path w="19964" h="120771" fill="none" extrusionOk="0">
                    <a:moveTo>
                      <a:pt x="0" y="120771"/>
                    </a:moveTo>
                    <a:lnTo>
                      <a:pt x="19963" y="1"/>
                    </a:lnTo>
                  </a:path>
                </a:pathLst>
              </a:custGeom>
              <a:noFill/>
              <a:ln w="2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9"/>
              <p:cNvSpPr/>
              <p:nvPr/>
            </p:nvSpPr>
            <p:spPr>
              <a:xfrm rot="5221006">
                <a:off x="2155942" y="836851"/>
                <a:ext cx="976324" cy="5903961"/>
              </a:xfrm>
              <a:custGeom>
                <a:avLst/>
                <a:gdLst/>
                <a:ahLst/>
                <a:cxnLst/>
                <a:rect l="l" t="t" r="r" b="b"/>
                <a:pathLst>
                  <a:path w="20284" h="122660" fill="none" extrusionOk="0">
                    <a:moveTo>
                      <a:pt x="1" y="122659"/>
                    </a:moveTo>
                    <a:lnTo>
                      <a:pt x="20284" y="0"/>
                    </a:lnTo>
                  </a:path>
                </a:pathLst>
              </a:custGeom>
              <a:noFill/>
              <a:ln w="2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9"/>
              <p:cNvSpPr/>
              <p:nvPr/>
            </p:nvSpPr>
            <p:spPr>
              <a:xfrm rot="5221006">
                <a:off x="2138201" y="845325"/>
                <a:ext cx="991390" cy="599454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124542" fill="none" extrusionOk="0">
                    <a:moveTo>
                      <a:pt x="0" y="124542"/>
                    </a:moveTo>
                    <a:lnTo>
                      <a:pt x="20597" y="1"/>
                    </a:lnTo>
                  </a:path>
                </a:pathLst>
              </a:custGeom>
              <a:noFill/>
              <a:ln w="20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9"/>
              <p:cNvSpPr/>
              <p:nvPr/>
            </p:nvSpPr>
            <p:spPr>
              <a:xfrm rot="5221006">
                <a:off x="2120372" y="853760"/>
                <a:ext cx="1006263" cy="6085517"/>
              </a:xfrm>
              <a:custGeom>
                <a:avLst/>
                <a:gdLst/>
                <a:ahLst/>
                <a:cxnLst/>
                <a:rect l="l" t="t" r="r" b="b"/>
                <a:pathLst>
                  <a:path w="20906" h="126432" fill="none" extrusionOk="0">
                    <a:moveTo>
                      <a:pt x="1" y="126431"/>
                    </a:moveTo>
                    <a:lnTo>
                      <a:pt x="20905" y="1"/>
                    </a:lnTo>
                  </a:path>
                </a:pathLst>
              </a:custGeom>
              <a:noFill/>
              <a:ln w="1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9"/>
              <p:cNvSpPr/>
              <p:nvPr/>
            </p:nvSpPr>
            <p:spPr>
              <a:xfrm rot="5221006">
                <a:off x="2102558" y="862212"/>
                <a:ext cx="1021377" cy="6176103"/>
              </a:xfrm>
              <a:custGeom>
                <a:avLst/>
                <a:gdLst/>
                <a:ahLst/>
                <a:cxnLst/>
                <a:rect l="l" t="t" r="r" b="b"/>
                <a:pathLst>
                  <a:path w="21220" h="128314" fill="none" extrusionOk="0">
                    <a:moveTo>
                      <a:pt x="1" y="128313"/>
                    </a:moveTo>
                    <a:lnTo>
                      <a:pt x="21219" y="0"/>
                    </a:lnTo>
                  </a:path>
                </a:pathLst>
              </a:custGeom>
              <a:noFill/>
              <a:ln w="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9"/>
              <p:cNvSpPr/>
              <p:nvPr/>
            </p:nvSpPr>
            <p:spPr>
              <a:xfrm rot="5221006">
                <a:off x="2084649" y="870526"/>
                <a:ext cx="1036442" cy="6267026"/>
              </a:xfrm>
              <a:custGeom>
                <a:avLst/>
                <a:gdLst/>
                <a:ahLst/>
                <a:cxnLst/>
                <a:rect l="l" t="t" r="r" b="b"/>
                <a:pathLst>
                  <a:path w="21533" h="130203" fill="none" extrusionOk="0">
                    <a:moveTo>
                      <a:pt x="0" y="130202"/>
                    </a:moveTo>
                    <a:lnTo>
                      <a:pt x="21532" y="1"/>
                    </a:lnTo>
                  </a:path>
                </a:pathLst>
              </a:custGeom>
              <a:noFill/>
              <a:ln w="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31" name="Google Shape;231;p29"/>
            <p:cNvPicPr preferRelativeResize="0"/>
            <p:nvPr/>
          </p:nvPicPr>
          <p:blipFill rotWithShape="1">
            <a:blip r:embed="rId3">
              <a:alphaModFix/>
            </a:blip>
            <a:srcRect t="14383"/>
            <a:stretch/>
          </p:blipFill>
          <p:spPr>
            <a:xfrm>
              <a:off x="-1472290" y="2606334"/>
              <a:ext cx="9144003" cy="232343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5" name="Google Shape;235;p29"/>
          <p:cNvCxnSpPr>
            <a:cxnSpLocks/>
          </p:cNvCxnSpPr>
          <p:nvPr/>
        </p:nvCxnSpPr>
        <p:spPr>
          <a:xfrm flipV="1">
            <a:off x="215153" y="4232397"/>
            <a:ext cx="3992282" cy="273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9CE6BF-48C5-48E3-A8A5-0A61958AF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436" y="781581"/>
            <a:ext cx="5157730" cy="31632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3" name="Google Shape;233;p29"/>
          <p:cNvSpPr txBox="1">
            <a:spLocks noGrp="1"/>
          </p:cNvSpPr>
          <p:nvPr>
            <p:ph type="subTitle" idx="1"/>
          </p:nvPr>
        </p:nvSpPr>
        <p:spPr>
          <a:xfrm>
            <a:off x="50676" y="4313568"/>
            <a:ext cx="4673600" cy="667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388" indent="-26988"/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Anna Hurzhii</a:t>
            </a:r>
          </a:p>
          <a:p>
            <a:pPr marL="179388" indent="-26988"/>
            <a:r>
              <a:rPr lang="en-US" sz="12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NGO Vice-President, NGO “Ukrainian Platform of Gender Education” (Ukraine), Kyiv, Ukraine</a:t>
            </a:r>
            <a:endParaRPr lang="uk-UA" sz="1200" b="1" i="1" dirty="0">
              <a:solidFill>
                <a:schemeClr val="bg2"/>
              </a:solidFill>
            </a:endParaRPr>
          </a:p>
        </p:txBody>
      </p:sp>
      <p:sp>
        <p:nvSpPr>
          <p:cNvPr id="234" name="Google Shape;234;p29"/>
          <p:cNvSpPr txBox="1">
            <a:spLocks noGrp="1"/>
          </p:cNvSpPr>
          <p:nvPr>
            <p:ph type="ctrTitle"/>
          </p:nvPr>
        </p:nvSpPr>
        <p:spPr>
          <a:xfrm>
            <a:off x="233006" y="2493844"/>
            <a:ext cx="4400769" cy="17271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indent="635" algn="ctr">
              <a:lnSpc>
                <a:spcPct val="107000"/>
              </a:lnSpc>
              <a:spcAft>
                <a:spcPts val="800"/>
              </a:spcAft>
            </a:pPr>
            <a:r>
              <a:rPr lang="uk-UA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 HATE AS AN INSTIGATOR OF INFORMATION WARFARE AND SOCIAL DESTABILIZATION</a:t>
            </a:r>
            <a:endParaRPr lang="uk-UA" sz="18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53088C-AF24-4616-B047-0E7CC78F5087}"/>
              </a:ext>
            </a:extLst>
          </p:cNvPr>
          <p:cNvSpPr txBox="1"/>
          <p:nvPr/>
        </p:nvSpPr>
        <p:spPr>
          <a:xfrm>
            <a:off x="418344" y="1261583"/>
            <a:ext cx="4574568" cy="262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Hate</a:t>
            </a:r>
            <a:r>
              <a:rPr lang="uk-UA" sz="1800" b="1" dirty="0">
                <a:solidFill>
                  <a:schemeClr val="bg2">
                    <a:lumMod val="75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  <a:r>
              <a:rPr lang="uk-UA" sz="1800" b="1" dirty="0">
                <a:solidFill>
                  <a:schemeClr val="bg2">
                    <a:lumMod val="75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humiliates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nationality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ethnicity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religion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800" b="1" dirty="0">
              <a:solidFill>
                <a:schemeClr val="bg2">
                  <a:lumMod val="20000"/>
                  <a:lumOff val="80000"/>
                </a:schemeClr>
              </a:solidFill>
              <a:effectLst/>
              <a:latin typeface="Lora Medium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1800" b="1" dirty="0">
              <a:solidFill>
                <a:schemeClr val="bg2">
                  <a:lumMod val="20000"/>
                  <a:lumOff val="80000"/>
                </a:schemeClr>
              </a:solidFill>
              <a:latin typeface="Lora Medium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offensive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provokes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discrimination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hostility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violence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800" dirty="0">
              <a:solidFill>
                <a:schemeClr val="bg2">
                  <a:lumMod val="20000"/>
                  <a:lumOff val="80000"/>
                </a:schemeClr>
              </a:solidFill>
              <a:effectLst/>
              <a:latin typeface="Lora Medium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4F3B49-A752-42D3-90EC-4FFC36172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444" y="434790"/>
            <a:ext cx="2888242" cy="434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78A4C5-ECC9-4C32-9008-F30246ECE059}"/>
              </a:ext>
            </a:extLst>
          </p:cNvPr>
          <p:cNvSpPr txBox="1"/>
          <p:nvPr/>
        </p:nvSpPr>
        <p:spPr>
          <a:xfrm>
            <a:off x="1227909" y="1069729"/>
            <a:ext cx="69494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“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Words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can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be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like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tiny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doses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of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arsenic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: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they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are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swallowed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unnoticed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,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appear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to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have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no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effect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,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and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then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after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a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little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time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the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toxic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reaction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sets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in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after</a:t>
            </a:r>
            <a:r>
              <a:rPr lang="uk-UA" sz="2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2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</a:rPr>
              <a:t>all</a:t>
            </a:r>
            <a:r>
              <a:rPr lang="en-US" sz="2800" b="1" i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”</a:t>
            </a:r>
            <a:endParaRPr lang="uk-UA" sz="2800" dirty="0">
              <a:solidFill>
                <a:schemeClr val="bg2">
                  <a:lumMod val="20000"/>
                  <a:lumOff val="80000"/>
                </a:schemeClr>
              </a:solidFill>
              <a:latin typeface="Lora Medium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00B29-D791-4F50-A3FA-331D079F1F7E}"/>
              </a:ext>
            </a:extLst>
          </p:cNvPr>
          <p:cNvSpPr txBox="1"/>
          <p:nvPr/>
        </p:nvSpPr>
        <p:spPr>
          <a:xfrm>
            <a:off x="3742509" y="3209798"/>
            <a:ext cx="2501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Calibri" panose="020F0502020204030204" pitchFamily="34" charset="0"/>
              </a:rPr>
              <a:t>Victor</a:t>
            </a:r>
            <a:r>
              <a:rPr lang="uk-UA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Calibri" panose="020F0502020204030204" pitchFamily="34" charset="0"/>
              </a:rPr>
              <a:t> 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Calibri" panose="020F0502020204030204" pitchFamily="34" charset="0"/>
              </a:rPr>
              <a:t>Klemperer</a:t>
            </a:r>
            <a:endParaRPr lang="uk-UA" sz="1800" b="1" i="1" dirty="0">
              <a:solidFill>
                <a:schemeClr val="bg2">
                  <a:lumMod val="20000"/>
                  <a:lumOff val="80000"/>
                </a:schemeClr>
              </a:solidFill>
              <a:latin typeface="Lora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3975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C5B71-634B-4403-BFD7-53485A720529}"/>
              </a:ext>
            </a:extLst>
          </p:cNvPr>
          <p:cNvSpPr txBox="1"/>
          <p:nvPr/>
        </p:nvSpPr>
        <p:spPr>
          <a:xfrm>
            <a:off x="1574074" y="958814"/>
            <a:ext cx="59958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32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ahoma" panose="020B0604030504040204" pitchFamily="34" charset="0"/>
                <a:cs typeface="Times New Roman" panose="02020603050405020304" pitchFamily="18" charset="0"/>
              </a:rPr>
              <a:t>RUSSIAN MEDIA AND </a:t>
            </a:r>
            <a:r>
              <a:rPr lang="uk-UA" sz="3200" b="1" dirty="0">
                <a:solidFill>
                  <a:srgbClr val="FFC000"/>
                </a:solidFill>
                <a:effectLst/>
                <a:latin typeface="Lora Medium" pitchFamily="2" charset="-52"/>
                <a:ea typeface="Tahoma" panose="020B0604030504040204" pitchFamily="34" charset="0"/>
                <a:cs typeface="Times New Roman" panose="02020603050405020304" pitchFamily="18" charset="0"/>
              </a:rPr>
              <a:t>HATE SPEECH AS A TOOL OF WAR</a:t>
            </a:r>
            <a:endParaRPr lang="uk-UA" sz="3200" dirty="0">
              <a:solidFill>
                <a:srgbClr val="FFC000"/>
              </a:solidFill>
              <a:latin typeface="Lora Medium" pitchFamily="2" charset="-52"/>
            </a:endParaRPr>
          </a:p>
        </p:txBody>
      </p:sp>
      <p:pic>
        <p:nvPicPr>
          <p:cNvPr id="2050" name="Picture 2" descr="Measuring the Reach of Russia's ...">
            <a:extLst>
              <a:ext uri="{FF2B5EF4-FFF2-40B4-BE49-F238E27FC236}">
                <a16:creationId xmlns:a16="http://schemas.microsoft.com/office/drawing/2014/main" id="{22590142-E9A3-47AE-9585-A378E049B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943" y="2369107"/>
            <a:ext cx="3328826" cy="18703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48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C56C2-EC7D-4EDD-924D-B67550A4E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9686"/>
            <a:ext cx="8306434" cy="482700"/>
          </a:xfrm>
        </p:spPr>
        <p:txBody>
          <a:bodyPr/>
          <a:lstStyle/>
          <a:p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HATE SPEECH IN RUSSIA SERVES AT LEAST THREE MAIN FUNCTIONS:</a:t>
            </a:r>
            <a:b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uk-UA" sz="1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2E095AD-EDC2-4663-B135-5D934973F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Dehumanization</a:t>
            </a:r>
            <a:r>
              <a:rPr lang="uk-UA" sz="1800" b="1" dirty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uk-UA" sz="1800" b="1" dirty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Ukraine</a:t>
            </a:r>
            <a:endParaRPr lang="en-US" sz="1800" b="1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uk-UA" sz="1800" b="1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Russian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propaganda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systematically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labels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Ukrainians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as</a:t>
            </a:r>
            <a:r>
              <a:rPr lang="ru-RU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  <a:endParaRPr lang="en-US" sz="1800" b="1" dirty="0">
              <a:solidFill>
                <a:schemeClr val="bg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azis</a:t>
            </a:r>
            <a:endParaRPr lang="uk-UA" sz="1800" b="1" i="1" dirty="0">
              <a:solidFill>
                <a:schemeClr val="bg2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ascists</a:t>
            </a:r>
            <a:endParaRPr lang="uk-UA" sz="1800" b="1" i="1" dirty="0">
              <a:solidFill>
                <a:schemeClr val="bg2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extremists</a:t>
            </a:r>
            <a:r>
              <a:rPr lang="uk-UA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aggressive</a:t>
            </a:r>
            <a:r>
              <a:rPr lang="uk-UA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creatures</a:t>
            </a:r>
            <a:r>
              <a:rPr lang="uk-UA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with</a:t>
            </a:r>
            <a:r>
              <a:rPr lang="uk-UA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 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low</a:t>
            </a:r>
            <a:r>
              <a:rPr lang="uk-UA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level</a:t>
            </a:r>
            <a:r>
              <a:rPr lang="uk-UA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uk-UA" sz="1800" b="1" i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intelligence</a:t>
            </a:r>
            <a:endParaRPr lang="uk-UA" sz="1800" b="1" i="1" dirty="0">
              <a:solidFill>
                <a:schemeClr val="bg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uk-UA" sz="1800" b="1" i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non-humans</a:t>
            </a:r>
            <a:endParaRPr lang="uk-UA" sz="1800" b="1" i="1" dirty="0">
              <a:solidFill>
                <a:schemeClr val="bg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9EDE09-9D1E-4D95-8DA3-9897E168B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152" y="1452249"/>
            <a:ext cx="3176659" cy="302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5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 idx="15"/>
          </p:nvPr>
        </p:nvSpPr>
        <p:spPr>
          <a:xfrm>
            <a:off x="720000" y="535000"/>
            <a:ext cx="7704000" cy="379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cs typeface="Times New Roman" panose="02020603050405020304" pitchFamily="18" charset="0"/>
              </a:rPr>
              <a:t>EXAMPLES HOW </a:t>
            </a:r>
            <a:r>
              <a:rPr lang="en-US" sz="2000" b="1" dirty="0">
                <a:solidFill>
                  <a:srgbClr val="C00000"/>
                </a:solidFill>
                <a:latin typeface="Lora Medium" pitchFamily="2" charset="-52"/>
                <a:cs typeface="Times New Roman" panose="02020603050405020304" pitchFamily="18" charset="0"/>
              </a:rPr>
              <a:t>HATE SPEECH 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cs typeface="Times New Roman" panose="02020603050405020304" pitchFamily="18" charset="0"/>
              </a:rPr>
              <a:t>PENETRATES EVERYDAY LIF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</a:rPr>
              <a:t>E</a:t>
            </a:r>
            <a:endParaRPr lang="uk-UA" sz="2000" b="1" dirty="0">
              <a:solidFill>
                <a:schemeClr val="bg2">
                  <a:lumMod val="20000"/>
                  <a:lumOff val="80000"/>
                </a:schemeClr>
              </a:solidFill>
              <a:latin typeface="Lora Medium" pitchFamily="2" charset="-52"/>
            </a:endParaRPr>
          </a:p>
        </p:txBody>
      </p:sp>
      <p:sp>
        <p:nvSpPr>
          <p:cNvPr id="260" name="Google Shape;260;p31"/>
          <p:cNvSpPr txBox="1">
            <a:spLocks noGrp="1"/>
          </p:cNvSpPr>
          <p:nvPr>
            <p:ph type="subTitle" idx="9"/>
          </p:nvPr>
        </p:nvSpPr>
        <p:spPr>
          <a:xfrm>
            <a:off x="1192051" y="3650418"/>
            <a:ext cx="2113800" cy="4771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uk-UA" dirty="0"/>
              <a:t>“</a:t>
            </a:r>
            <a:r>
              <a:rPr lang="uk-UA" dirty="0" err="1"/>
              <a:t>Poor</a:t>
            </a:r>
            <a:r>
              <a:rPr lang="uk-UA" dirty="0"/>
              <a:t> </a:t>
            </a:r>
            <a:r>
              <a:rPr lang="uk-UA" dirty="0" err="1"/>
              <a:t>Jew</a:t>
            </a:r>
            <a:r>
              <a:rPr lang="uk-UA" dirty="0"/>
              <a:t>”</a:t>
            </a:r>
          </a:p>
        </p:txBody>
      </p:sp>
      <p:sp>
        <p:nvSpPr>
          <p:cNvPr id="261" name="Google Shape;261;p31"/>
          <p:cNvSpPr txBox="1">
            <a:spLocks noGrp="1"/>
          </p:cNvSpPr>
          <p:nvPr>
            <p:ph type="subTitle" idx="13"/>
          </p:nvPr>
        </p:nvSpPr>
        <p:spPr>
          <a:xfrm>
            <a:off x="3524700" y="3646549"/>
            <a:ext cx="2094600" cy="9619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13" indent="-36513" algn="ctr"/>
            <a:r>
              <a:rPr lang="uk-UA" dirty="0"/>
              <a:t>“</a:t>
            </a:r>
            <a:r>
              <a:rPr lang="uk-UA" dirty="0" err="1"/>
              <a:t>Obamka</a:t>
            </a:r>
            <a:r>
              <a:rPr lang="uk-UA" dirty="0"/>
              <a:t>” </a:t>
            </a:r>
            <a:endParaRPr lang="en-US" dirty="0"/>
          </a:p>
          <a:p>
            <a:pPr marL="36513" indent="-36513" algn="ctr"/>
            <a:r>
              <a:rPr lang="en-US" dirty="0"/>
              <a:t>sounds </a:t>
            </a:r>
            <a:r>
              <a:rPr lang="uk-UA" dirty="0" err="1"/>
              <a:t>little</a:t>
            </a:r>
            <a:r>
              <a:rPr lang="uk-UA" dirty="0"/>
              <a:t> </a:t>
            </a:r>
            <a:r>
              <a:rPr lang="uk-UA" dirty="0" err="1"/>
              <a:t>Obama</a:t>
            </a:r>
            <a:endParaRPr lang="uk-UA" dirty="0"/>
          </a:p>
        </p:txBody>
      </p:sp>
      <p:sp>
        <p:nvSpPr>
          <p:cNvPr id="262" name="Google Shape;262;p31"/>
          <p:cNvSpPr txBox="1">
            <a:spLocks noGrp="1"/>
          </p:cNvSpPr>
          <p:nvPr>
            <p:ph type="subTitle" idx="14"/>
          </p:nvPr>
        </p:nvSpPr>
        <p:spPr>
          <a:xfrm>
            <a:off x="5838149" y="3615812"/>
            <a:ext cx="2098200" cy="1023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uk-UA" dirty="0"/>
              <a:t>“</a:t>
            </a:r>
            <a:r>
              <a:rPr lang="uk-UA" dirty="0" err="1"/>
              <a:t>Khokhol</a:t>
            </a:r>
            <a:r>
              <a:rPr lang="uk-UA" dirty="0"/>
              <a:t>” </a:t>
            </a:r>
            <a:endParaRPr lang="en-US" dirty="0"/>
          </a:p>
          <a:p>
            <a:pPr marL="0" indent="0"/>
            <a:r>
              <a:rPr lang="uk-UA" dirty="0"/>
              <a:t>a</a:t>
            </a:r>
            <a:r>
              <a:rPr lang="en-US" dirty="0"/>
              <a:t> small offense</a:t>
            </a:r>
            <a:r>
              <a:rPr lang="uk-UA" dirty="0"/>
              <a:t> </a:t>
            </a:r>
            <a:r>
              <a:rPr lang="uk-UA" dirty="0" err="1"/>
              <a:t>for</a:t>
            </a:r>
            <a:r>
              <a:rPr lang="uk-UA" dirty="0"/>
              <a:t> </a:t>
            </a:r>
            <a:r>
              <a:rPr lang="uk-UA" dirty="0" err="1"/>
              <a:t>Ukrainians</a:t>
            </a:r>
            <a:endParaRPr lang="uk-UA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9083DD2-B8F4-4525-8D21-982D439EE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56" y="1063956"/>
            <a:ext cx="6927887" cy="243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0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C56C2-EC7D-4EDD-924D-B67550A4E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97781"/>
            <a:ext cx="8306435" cy="482700"/>
          </a:xfrm>
        </p:spPr>
        <p:txBody>
          <a:bodyPr/>
          <a:lstStyle/>
          <a:p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HATE SPEECH IN RUSSIA SERVES AT LEAST THREE MAIN FUNCTIONS:</a:t>
            </a:r>
            <a:b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uk-UA" sz="1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2E095AD-EDC2-4663-B135-5D934973F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52475"/>
            <a:ext cx="3756900" cy="95717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uk-UA" sz="1800" b="1" dirty="0" err="1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Dehumanization</a:t>
            </a:r>
            <a:r>
              <a:rPr lang="uk-UA" sz="18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uk-UA" sz="18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Ukraine</a:t>
            </a:r>
            <a:endParaRPr lang="en-US" sz="1800" b="1" dirty="0">
              <a:solidFill>
                <a:schemeClr val="tx1">
                  <a:lumMod val="6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Justification</a:t>
            </a:r>
            <a:r>
              <a:rPr lang="uk-UA" sz="1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uk-UA" sz="1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aggression</a:t>
            </a:r>
            <a:endParaRPr lang="uk-UA" sz="18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uk-UA" sz="1800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Mobilization</a:t>
            </a:r>
            <a:endParaRPr lang="uk-UA" sz="18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uk-UA" sz="1800" b="1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5B9687-468D-4565-8C2A-E3BC124071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75" t="6706" r="3174"/>
          <a:stretch/>
        </p:blipFill>
        <p:spPr>
          <a:xfrm>
            <a:off x="3803213" y="1930998"/>
            <a:ext cx="4901299" cy="294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2A0F8-DD2A-496E-9417-0A8410EA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274" y="562557"/>
            <a:ext cx="5431145" cy="570589"/>
          </a:xfrm>
        </p:spPr>
        <p:txBody>
          <a:bodyPr>
            <a:normAutofit/>
          </a:bodyPr>
          <a:lstStyle/>
          <a:p>
            <a:r>
              <a:rPr lang="uk-UA" sz="2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Lora Medium" pitchFamily="2" charset="-52"/>
                <a:ea typeface="Calibri" panose="020F0502020204030204" pitchFamily="34" charset="0"/>
              </a:rPr>
              <a:t>RUSSIA AGAINST UKRAINE</a:t>
            </a:r>
            <a:r>
              <a:rPr lang="en-US" sz="2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Lora Medium" pitchFamily="2" charset="-52"/>
                <a:ea typeface="Calibri" panose="020F0502020204030204" pitchFamily="34" charset="0"/>
              </a:rPr>
              <a:t> AND EU</a:t>
            </a:r>
            <a:endParaRPr lang="uk-UA" sz="2100" dirty="0">
              <a:solidFill>
                <a:schemeClr val="bg2">
                  <a:lumMod val="60000"/>
                  <a:lumOff val="40000"/>
                </a:schemeClr>
              </a:solidFill>
              <a:latin typeface="Lora Medium" pitchFamily="2" charset="-52"/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EC233123-47E9-4A2D-9D96-B9BFC3F63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95" y="1547177"/>
            <a:ext cx="3457935" cy="274847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688B5E-A102-4935-967E-0AF1CCDE0DF5}"/>
              </a:ext>
            </a:extLst>
          </p:cNvPr>
          <p:cNvSpPr txBox="1"/>
          <p:nvPr/>
        </p:nvSpPr>
        <p:spPr>
          <a:xfrm>
            <a:off x="4180053" y="1444290"/>
            <a:ext cx="4572852" cy="292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continues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cs typeface="Times New Roman" panose="02020603050405020304" pitchFamily="18" charset="0"/>
              </a:rPr>
              <a:t>expressions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cs typeface="Times New Roman" panose="02020603050405020304" pitchFamily="18" charset="0"/>
              </a:rPr>
              <a:t>like</a:t>
            </a:r>
            <a:r>
              <a:rPr lang="ru-RU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cs typeface="Times New Roman" panose="02020603050405020304" pitchFamily="18" charset="0"/>
              </a:rPr>
              <a:t>:</a:t>
            </a:r>
            <a:endParaRPr lang="en-US" sz="1800" b="1" dirty="0">
              <a:solidFill>
                <a:schemeClr val="bg2">
                  <a:lumMod val="20000"/>
                  <a:lumOff val="80000"/>
                </a:schemeClr>
              </a:solidFill>
              <a:latin typeface="Lora Medium" pitchFamily="2" charset="-5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uk-UA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uk-UA" sz="1800" b="1" i="1" dirty="0" err="1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Western</a:t>
            </a:r>
            <a:r>
              <a:rPr lang="uk-UA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curators</a:t>
            </a:r>
            <a:r>
              <a:rPr lang="uk-UA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uk-UA" sz="1800" b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framing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Ukraine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sovereign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uk-UA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uk-UA" sz="1800" b="1" i="1" dirty="0" err="1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Сollective</a:t>
            </a:r>
            <a:r>
              <a:rPr lang="uk-UA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West</a:t>
            </a:r>
            <a:r>
              <a:rPr lang="uk-UA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uk-UA" sz="1800" b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emphasizing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enemy</a:t>
            </a:r>
            <a:endParaRPr lang="uk-UA" sz="1800" b="1" dirty="0">
              <a:solidFill>
                <a:schemeClr val="bg2">
                  <a:lumMod val="20000"/>
                  <a:lumOff val="80000"/>
                </a:schemeClr>
              </a:solidFill>
              <a:latin typeface="Lora Medium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uk-UA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 decaying West</a:t>
            </a:r>
            <a:r>
              <a:rPr lang="uk-UA" sz="1800" b="1" i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uk-UA" sz="1800" b="1" dirty="0">
                <a:solidFill>
                  <a:srgbClr val="FFC000"/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paint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West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morally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corrupt</a:t>
            </a:r>
            <a:endParaRPr lang="uk-UA" sz="1800" b="1" dirty="0">
              <a:solidFill>
                <a:schemeClr val="bg2">
                  <a:lumMod val="20000"/>
                  <a:lumOff val="80000"/>
                </a:schemeClr>
              </a:solidFill>
              <a:latin typeface="Lora Medium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67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ідзаголовок 1">
            <a:extLst>
              <a:ext uri="{FF2B5EF4-FFF2-40B4-BE49-F238E27FC236}">
                <a16:creationId xmlns:a16="http://schemas.microsoft.com/office/drawing/2014/main" id="{5A0D7DCC-19F5-4A1F-B09C-BB8C1773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376" y="1710971"/>
            <a:ext cx="8301318" cy="2639900"/>
          </a:xfrm>
        </p:spPr>
        <p:txBody>
          <a:bodyPr/>
          <a:lstStyle/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Vladimir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Solovyov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destroy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Polish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cities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troops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won’t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twice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en-US" sz="1800" b="1" i="1" dirty="0">
              <a:solidFill>
                <a:srgbClr val="FFC000"/>
              </a:solidFill>
              <a:effectLst/>
              <a:latin typeface="Lora Medium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uk-UA" sz="1400" dirty="0">
              <a:effectLst/>
              <a:latin typeface="Lora Medium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Zakharova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U.S.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missile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Poland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effectLst/>
              <a:latin typeface="Lora Medium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0" indent="0" algn="just">
              <a:lnSpc>
                <a:spcPct val="115000"/>
              </a:lnSpc>
            </a:pP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“a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engagement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uk-UA" sz="1800" b="1" i="1" dirty="0">
                <a:solidFill>
                  <a:schemeClr val="tx1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k-UA" sz="1800" b="1" i="1" dirty="0" err="1">
                <a:solidFill>
                  <a:schemeClr val="tx1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uk-UA" sz="1800" b="1" i="1" dirty="0">
                <a:solidFill>
                  <a:schemeClr val="tx1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2024).</a:t>
            </a:r>
            <a:endParaRPr lang="en-US" sz="1800" b="1" i="1" dirty="0">
              <a:solidFill>
                <a:schemeClr val="tx1"/>
              </a:solidFill>
              <a:effectLst/>
              <a:latin typeface="Lora Medium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</a:pPr>
            <a:endParaRPr lang="uk-UA" sz="1400" dirty="0">
              <a:effectLst/>
              <a:latin typeface="Lora Medium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Dmitry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Medvedev</a:t>
            </a:r>
            <a:r>
              <a:rPr lang="uk-UA" sz="1800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dudas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morawieckis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kaczynskis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scum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disappear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b="1" i="1" dirty="0" err="1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unfortunately</a:t>
            </a:r>
            <a:r>
              <a:rPr lang="uk-UA" sz="1800" b="1" i="1" dirty="0">
                <a:solidFill>
                  <a:srgbClr val="FFC000"/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.” </a:t>
            </a:r>
            <a:r>
              <a:rPr lang="uk-UA" sz="1800" b="1" i="1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k-UA" sz="1800" b="1" i="1" dirty="0" err="1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July</a:t>
            </a:r>
            <a:r>
              <a:rPr lang="uk-UA" sz="1800" b="1" i="1" dirty="0"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2023)</a:t>
            </a:r>
            <a:endParaRPr lang="uk-UA" sz="1400" dirty="0">
              <a:effectLst/>
              <a:latin typeface="Lora Medium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1DB7712-666F-4BDA-9ED2-CEA25C13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uk-UA" sz="20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XAMPLES OF HATE SPEECH 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uk-UA" sz="20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 Medium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FOREIGN POLICY:</a:t>
            </a:r>
            <a:endParaRPr lang="uk-UA" sz="2000" dirty="0">
              <a:solidFill>
                <a:schemeClr val="bg2">
                  <a:lumMod val="20000"/>
                  <a:lumOff val="80000"/>
                </a:schemeClr>
              </a:solidFill>
              <a:latin typeface="Lora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1415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219F3-B540-414D-94EB-97B9211C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50" y="437395"/>
            <a:ext cx="7713900" cy="482700"/>
          </a:xfrm>
        </p:spPr>
        <p:txBody>
          <a:bodyPr/>
          <a:lstStyle/>
          <a:p>
            <a:r>
              <a:rPr lang="uk-UA" sz="2000" dirty="0">
                <a:latin typeface="Lora" pitchFamily="2" charset="-52"/>
                <a:ea typeface="Calibri" panose="020F0502020204030204" pitchFamily="34" charset="0"/>
              </a:rPr>
              <a:t>INTERNATIONAL </a:t>
            </a:r>
            <a:r>
              <a:rPr lang="uk-UA" sz="2000" dirty="0">
                <a:solidFill>
                  <a:schemeClr val="accent2">
                    <a:lumMod val="25000"/>
                    <a:lumOff val="75000"/>
                  </a:schemeClr>
                </a:solidFill>
                <a:latin typeface="Lora" pitchFamily="2" charset="-52"/>
                <a:ea typeface="Calibri" panose="020F0502020204030204" pitchFamily="34" charset="0"/>
              </a:rPr>
              <a:t>DIMENSION </a:t>
            </a:r>
            <a:endParaRPr lang="uk-UA" sz="2000" dirty="0">
              <a:solidFill>
                <a:schemeClr val="accent2">
                  <a:lumMod val="25000"/>
                  <a:lumOff val="75000"/>
                </a:schemeClr>
              </a:solidFill>
              <a:latin typeface="Lora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421F2-B555-4DBD-890B-FF6F8DF89DA8}"/>
              </a:ext>
            </a:extLst>
          </p:cNvPr>
          <p:cNvSpPr txBox="1"/>
          <p:nvPr/>
        </p:nvSpPr>
        <p:spPr>
          <a:xfrm>
            <a:off x="5172396" y="3322177"/>
            <a:ext cx="3118849" cy="120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tx1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uk-UA" sz="1600" b="1" dirty="0">
                <a:solidFill>
                  <a:schemeClr val="tx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etween 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2022 and 202</a:t>
            </a:r>
            <a:r>
              <a:rPr lang="en-US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more than 43 million </a:t>
            </a:r>
            <a:r>
              <a:rPr lang="uk-UA" sz="1600" b="1" dirty="0">
                <a:solidFill>
                  <a:schemeClr val="tx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posts echoing Russian extremist narratives across 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30 languages.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88CE4A-9C3E-43D4-B48D-FCAE7466C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45" y="1155742"/>
            <a:ext cx="3272961" cy="1875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59E94-5FE7-4636-981F-9FE3DDBFF62E}"/>
              </a:ext>
            </a:extLst>
          </p:cNvPr>
          <p:cNvSpPr txBox="1"/>
          <p:nvPr/>
        </p:nvSpPr>
        <p:spPr>
          <a:xfrm>
            <a:off x="1767798" y="3322177"/>
            <a:ext cx="3323047" cy="923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tx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Hate</a:t>
            </a:r>
            <a:r>
              <a:rPr lang="uk-UA" sz="1600" b="1" dirty="0">
                <a:solidFill>
                  <a:schemeClr val="tx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tx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narratives</a:t>
            </a:r>
            <a:r>
              <a:rPr lang="uk-UA" sz="1600" b="1" dirty="0">
                <a:solidFill>
                  <a:schemeClr val="tx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tx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spread</a:t>
            </a:r>
            <a:r>
              <a:rPr lang="uk-UA" sz="1600" b="1" dirty="0">
                <a:solidFill>
                  <a:schemeClr val="tx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English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uk-UA" sz="1600" b="1" dirty="0" err="1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German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uk-UA" sz="1600" b="1" dirty="0" err="1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French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uk-UA" sz="1600" b="1" dirty="0" err="1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Spanish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uk-UA" sz="1600" b="1" dirty="0" err="1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even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Italian</a:t>
            </a:r>
            <a:r>
              <a:rPr lang="uk-UA" sz="16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600" b="1" dirty="0">
              <a:solidFill>
                <a:schemeClr val="accent2">
                  <a:lumMod val="25000"/>
                  <a:lumOff val="75000"/>
                </a:schemeClr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95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A5E726-D913-437A-A6AB-8C53C59EC44A}"/>
              </a:ext>
            </a:extLst>
          </p:cNvPr>
          <p:cNvSpPr txBox="1"/>
          <p:nvPr/>
        </p:nvSpPr>
        <p:spPr>
          <a:xfrm>
            <a:off x="1351053" y="343220"/>
            <a:ext cx="5137077" cy="7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uk-UA" sz="1800" b="1" dirty="0">
                <a:solidFill>
                  <a:srgbClr val="D1A4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 FEW REAL EXAMPLES TAKEN DIRECTLY FROM </a:t>
            </a:r>
            <a:r>
              <a:rPr lang="uk-UA" sz="18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uk-UA" sz="1800" b="1" dirty="0">
                <a:solidFill>
                  <a:srgbClr val="D1A4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solidFill>
                  <a:schemeClr val="accent2">
                    <a:lumMod val="25000"/>
                    <a:lumOff val="7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AND TELEGRAM NETWORKS:</a:t>
            </a:r>
            <a:endParaRPr lang="uk-UA" sz="1800" dirty="0">
              <a:solidFill>
                <a:schemeClr val="accent2">
                  <a:lumMod val="25000"/>
                  <a:lumOff val="75000"/>
                </a:schemeClr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2B51695B-2E66-4CA1-9680-858A128CF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4836179"/>
              </p:ext>
            </p:extLst>
          </p:nvPr>
        </p:nvGraphicFramePr>
        <p:xfrm>
          <a:off x="611312" y="1394397"/>
          <a:ext cx="8018980" cy="3405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5153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14904-FFE9-41C5-9454-35BFB548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11" y="1003015"/>
            <a:ext cx="4088306" cy="713310"/>
          </a:xfrm>
        </p:spPr>
        <p:txBody>
          <a:bodyPr/>
          <a:lstStyle/>
          <a:p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HATE SPEECH AS </a:t>
            </a:r>
            <a:r>
              <a:rPr lang="uk-UA" sz="1800" b="1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uk-UA" sz="1800" b="1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RECURSOR TO VIOLENCE</a:t>
            </a:r>
            <a:b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FFC8128-B32A-42DF-AED8-046DD349A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5100" y="2339140"/>
            <a:ext cx="4301430" cy="1801345"/>
          </a:xfrm>
        </p:spPr>
        <p:txBody>
          <a:bodyPr/>
          <a:lstStyle/>
          <a:p>
            <a:pPr marL="139700" indent="0">
              <a:buNone/>
            </a:pP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Daily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word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solidFill>
                  <a:srgbClr val="A2DA37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b="1" dirty="0">
                <a:solidFill>
                  <a:srgbClr val="A2DA37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uk-UA" sz="1800" b="1" dirty="0" err="1">
                <a:solidFill>
                  <a:srgbClr val="A2DA37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azi</a:t>
            </a:r>
            <a:r>
              <a:rPr lang="uk-UA" sz="1800" b="1" dirty="0">
                <a:solidFill>
                  <a:srgbClr val="A2DA37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uk-UA" sz="1800" b="1" dirty="0" err="1">
                <a:solidFill>
                  <a:schemeClr val="tx1">
                    <a:lumMod val="95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uk-UA" sz="1800" b="1" dirty="0">
                <a:solidFill>
                  <a:srgbClr val="92D05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Russian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media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against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Ukrainians</a:t>
            </a:r>
            <a:r>
              <a:rPr lang="uk-UA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showes</a:t>
            </a:r>
            <a:r>
              <a:rPr lang="uk-UA" sz="1800" b="1" dirty="0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preparation</a:t>
            </a:r>
            <a:r>
              <a:rPr lang="uk-UA" sz="1800" b="1" dirty="0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uk-UA" sz="1800" b="1" dirty="0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systematic</a:t>
            </a:r>
            <a:r>
              <a:rPr lang="uk-UA" sz="1800" b="1" dirty="0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 err="1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violence</a:t>
            </a:r>
            <a:r>
              <a:rPr lang="en-US" sz="1800" b="1" dirty="0">
                <a:solidFill>
                  <a:srgbClr val="A2DA37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and justification of the war.</a:t>
            </a:r>
            <a:endParaRPr lang="uk-UA" sz="1800" dirty="0">
              <a:solidFill>
                <a:srgbClr val="A2DA37"/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dirty="0"/>
          </a:p>
        </p:txBody>
      </p:sp>
      <p:pic>
        <p:nvPicPr>
          <p:cNvPr id="3074" name="Picture 2" descr="Fig. 10">
            <a:extLst>
              <a:ext uri="{FF2B5EF4-FFF2-40B4-BE49-F238E27FC236}">
                <a16:creationId xmlns:a16="http://schemas.microsoft.com/office/drawing/2014/main" id="{72F00C29-91F7-44B6-885A-21E91AC8B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552" y="-51371"/>
            <a:ext cx="3539447" cy="519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027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2D676-E36B-46F3-AA51-5211CA183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154" y="708917"/>
            <a:ext cx="6858000" cy="1237607"/>
          </a:xfrm>
        </p:spPr>
        <p:txBody>
          <a:bodyPr>
            <a:normAutofit/>
          </a:bodyPr>
          <a:lstStyle/>
          <a:p>
            <a:r>
              <a:rPr lang="uk-UA" sz="3200" dirty="0">
                <a:solidFill>
                  <a:schemeClr val="accent4">
                    <a:lumMod val="85000"/>
                  </a:schemeClr>
                </a:solidFill>
                <a:latin typeface="Lora Medium" pitchFamily="2" charset="-52"/>
                <a:ea typeface="Tahoma" panose="020B0604030504040204" pitchFamily="34" charset="0"/>
                <a:cs typeface="Times New Roman" panose="02020603050405020304" pitchFamily="18" charset="0"/>
              </a:rPr>
              <a:t>HATE SPEECH IN THE </a:t>
            </a:r>
            <a:r>
              <a:rPr lang="uk-UA" sz="3200" dirty="0">
                <a:solidFill>
                  <a:schemeClr val="bg2">
                    <a:lumMod val="75000"/>
                  </a:schemeClr>
                </a:solidFill>
                <a:latin typeface="Lora Medium" pitchFamily="2" charset="-52"/>
                <a:ea typeface="Tahoma" panose="020B0604030504040204" pitchFamily="34" charset="0"/>
                <a:cs typeface="Times New Roman" panose="02020603050405020304" pitchFamily="18" charset="0"/>
              </a:rPr>
              <a:t>UKRAINIAN MEDIA LANDSCAPE</a:t>
            </a:r>
          </a:p>
        </p:txBody>
      </p:sp>
      <p:pic>
        <p:nvPicPr>
          <p:cNvPr id="4098" name="Picture 2" descr="Ukraine's media landscape in 2022 ...">
            <a:extLst>
              <a:ext uri="{FF2B5EF4-FFF2-40B4-BE49-F238E27FC236}">
                <a16:creationId xmlns:a16="http://schemas.microsoft.com/office/drawing/2014/main" id="{B299C77A-529F-474B-A433-A6A6B9C5F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231" y="2457245"/>
            <a:ext cx="3364786" cy="1884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44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794C4-A45B-40D8-8977-67EE8F80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49" y="301670"/>
            <a:ext cx="7713900" cy="482700"/>
          </a:xfrm>
        </p:spPr>
        <p:txBody>
          <a:bodyPr>
            <a:normAutofit fontScale="90000"/>
          </a:bodyPr>
          <a:lstStyle/>
          <a:p>
            <a:r>
              <a:rPr lang="uk-UA" sz="24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NEW FORMS OF HATE SPEECH IN WARTIME</a:t>
            </a:r>
            <a:endParaRPr lang="uk-UA" sz="2400" u="sng" dirty="0"/>
          </a:p>
        </p:txBody>
      </p:sp>
      <p:graphicFrame>
        <p:nvGraphicFramePr>
          <p:cNvPr id="7" name="Таблиця 7">
            <a:extLst>
              <a:ext uri="{FF2B5EF4-FFF2-40B4-BE49-F238E27FC236}">
                <a16:creationId xmlns:a16="http://schemas.microsoft.com/office/drawing/2014/main" id="{145B8BA9-4516-4C03-B70F-E9AAB4321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823691"/>
              </p:ext>
            </p:extLst>
          </p:nvPr>
        </p:nvGraphicFramePr>
        <p:xfrm>
          <a:off x="1021605" y="1050465"/>
          <a:ext cx="7100788" cy="3528792"/>
        </p:xfrm>
        <a:graphic>
          <a:graphicData uri="http://schemas.openxmlformats.org/drawingml/2006/table">
            <a:tbl>
              <a:tblPr firstRow="1" bandRow="1">
                <a:tableStyleId>{94E0F2FF-F788-4445-85A3-AE1D4BCFED4B}</a:tableStyleId>
              </a:tblPr>
              <a:tblGrid>
                <a:gridCol w="2389477">
                  <a:extLst>
                    <a:ext uri="{9D8B030D-6E8A-4147-A177-3AD203B41FA5}">
                      <a16:colId xmlns:a16="http://schemas.microsoft.com/office/drawing/2014/main" val="3651720146"/>
                    </a:ext>
                  </a:extLst>
                </a:gridCol>
                <a:gridCol w="4711311">
                  <a:extLst>
                    <a:ext uri="{9D8B030D-6E8A-4147-A177-3AD203B41FA5}">
                      <a16:colId xmlns:a16="http://schemas.microsoft.com/office/drawing/2014/main" val="2461444454"/>
                    </a:ext>
                  </a:extLst>
                </a:gridCol>
              </a:tblGrid>
              <a:tr h="68308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00"/>
                          </a:solidFill>
                          <a:effectLst/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uk-UA" sz="1400" b="1" dirty="0">
                          <a:solidFill>
                            <a:srgbClr val="FFFF00"/>
                          </a:solidFill>
                          <a:effectLst/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ANGUAGE GROUPS</a:t>
                      </a:r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uk-UA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ith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tensions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between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Ukrainian-speakers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Russian-speakers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6684440"/>
                  </a:ext>
                </a:extLst>
              </a:tr>
              <a:tr h="547849">
                <a:tc>
                  <a:txBody>
                    <a:bodyPr/>
                    <a:lstStyle/>
                    <a:p>
                      <a:r>
                        <a:rPr lang="en-AU" sz="1400" b="1" dirty="0">
                          <a:solidFill>
                            <a:srgbClr val="FFFF00"/>
                          </a:solidFill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uk-UA" sz="1400" b="1" dirty="0">
                          <a:solidFill>
                            <a:srgbClr val="FFFF00"/>
                          </a:solidFill>
                          <a:effectLst/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ELIGIOUS COMMUNITIES</a:t>
                      </a:r>
                      <a:r>
                        <a:rPr lang="en-US"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uk-UA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associated with Russia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7292086"/>
                  </a:ext>
                </a:extLst>
              </a:tr>
              <a:tr h="46416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uk-UA" sz="1400" b="1" dirty="0">
                          <a:solidFill>
                            <a:srgbClr val="FFFF00"/>
                          </a:solidFill>
                          <a:effectLst/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EFUGEES</a:t>
                      </a:r>
                      <a:r>
                        <a:rPr lang="en-US" sz="1400" b="1" dirty="0">
                          <a:solidFill>
                            <a:srgbClr val="FFFF00"/>
                          </a:solidFill>
                          <a:effectLst/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uk-UA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600" b="1" i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uk-UA" sz="1600" b="1" i="0" dirty="0" err="1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ukrobizhentsi</a:t>
                      </a:r>
                      <a:r>
                        <a:rPr lang="uk-UA" sz="1600" b="1" i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’ 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(Ukrainian runaways)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7016521"/>
                  </a:ext>
                </a:extLst>
              </a:tr>
              <a:tr h="46752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uk-UA" sz="1400" b="1" dirty="0">
                          <a:solidFill>
                            <a:srgbClr val="FFFF00"/>
                          </a:solidFill>
                          <a:effectLst/>
                          <a:latin typeface="Lora Medium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 NOT AT THE FRONT </a:t>
                      </a:r>
                      <a:endParaRPr lang="uk-UA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600" b="1" i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‘ukhylianty’ 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(men who refuse to fight)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3632190"/>
                  </a:ext>
                </a:extLst>
              </a:tr>
              <a:tr h="68308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Lora Medium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uk-UA" sz="1400" b="1" dirty="0">
                          <a:solidFill>
                            <a:srgbClr val="FFFF00"/>
                          </a:solidFill>
                          <a:effectLst/>
                          <a:latin typeface="Lora Medium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OLITICAL LABELING</a:t>
                      </a:r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Lora Medium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uk-UA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k-UA" sz="1600" b="1" i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uk-UA" sz="1600" b="1" i="0" dirty="0" err="1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zelen</a:t>
                      </a:r>
                      <a:r>
                        <a:rPr lang="uk-UA" sz="1600" b="1" i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’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supporters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current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president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uk-UA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uk-UA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b="1" i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uk-UA" sz="1600" b="1" i="0" dirty="0" err="1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porokhobots</a:t>
                      </a:r>
                      <a:r>
                        <a:rPr lang="uk-UA" sz="1600" b="1" i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en-US" sz="1600" b="1" i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lang="uk-UA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the</a:t>
                      </a:r>
                      <a:r>
                        <a:rPr lang="uk-UA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uk-UA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former</a:t>
                      </a:r>
                      <a:r>
                        <a:rPr lang="uk-UA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one</a:t>
                      </a:r>
                      <a:endParaRPr lang="uk-UA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1443877"/>
                  </a:ext>
                </a:extLst>
              </a:tr>
              <a:tr h="683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Lora Medium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DEHUMANIZATION</a:t>
                      </a:r>
                      <a:endParaRPr lang="uk-UA" b="1" dirty="0"/>
                    </a:p>
                    <a:p>
                      <a:endParaRPr lang="uk-UA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of all Russian citizens</a:t>
                      </a:r>
                      <a:endParaRPr lang="uk-UA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7930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73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F86DF75B-674F-4516-8444-6F0247B1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EBA7A-03B5-418F-BC9A-F1E6EC23548F}" type="slidenum">
              <a:rPr lang="uk-UA" smtClean="0"/>
              <a:t>15</a:t>
            </a:fld>
            <a:endParaRPr lang="uk-UA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E9EDE3-E7D3-4D4D-A6F1-7B4CE588F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3" y="904125"/>
            <a:ext cx="3252001" cy="3241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D314E0-6EBC-44E8-B339-C2DF2FCF0F9A}"/>
              </a:ext>
            </a:extLst>
          </p:cNvPr>
          <p:cNvSpPr txBox="1"/>
          <p:nvPr/>
        </p:nvSpPr>
        <p:spPr>
          <a:xfrm>
            <a:off x="4423026" y="1854866"/>
            <a:ext cx="4340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Lora Medium" pitchFamily="2" charset="-52"/>
              </a:rPr>
              <a:t>The </a:t>
            </a:r>
            <a:r>
              <a:rPr lang="uk-UA" sz="2000" dirty="0">
                <a:solidFill>
                  <a:schemeClr val="tx1"/>
                </a:solidFill>
                <a:latin typeface="Lora Medium" pitchFamily="2" charset="-52"/>
              </a:rPr>
              <a:t>U</a:t>
            </a:r>
            <a:r>
              <a:rPr lang="en-US" sz="2000" dirty="0" err="1">
                <a:solidFill>
                  <a:schemeClr val="tx1"/>
                </a:solidFill>
                <a:latin typeface="Lora Medium" pitchFamily="2" charset="-52"/>
              </a:rPr>
              <a:t>nited</a:t>
            </a:r>
            <a:r>
              <a:rPr lang="en-US" sz="2000" dirty="0">
                <a:solidFill>
                  <a:schemeClr val="tx1"/>
                </a:solidFill>
                <a:latin typeface="Lora Medium" pitchFamily="2" charset="-52"/>
              </a:rPr>
              <a:t> </a:t>
            </a:r>
            <a:r>
              <a:rPr lang="uk-UA" sz="2000" dirty="0">
                <a:solidFill>
                  <a:schemeClr val="tx1"/>
                </a:solidFill>
                <a:latin typeface="Lora Medium" pitchFamily="2" charset="-52"/>
              </a:rPr>
              <a:t>N</a:t>
            </a:r>
            <a:r>
              <a:rPr lang="en-US" sz="2000" dirty="0" err="1">
                <a:solidFill>
                  <a:schemeClr val="tx1"/>
                </a:solidFill>
                <a:latin typeface="Lora Medium" pitchFamily="2" charset="-52"/>
              </a:rPr>
              <a:t>ations</a:t>
            </a:r>
            <a:r>
              <a:rPr lang="ru-RU" sz="2000" dirty="0">
                <a:solidFill>
                  <a:schemeClr val="tx1"/>
                </a:solidFill>
                <a:latin typeface="Lora Medium" pitchFamily="2" charset="-52"/>
              </a:rPr>
              <a:t>:</a:t>
            </a:r>
            <a:r>
              <a:rPr lang="uk-UA" sz="2000" dirty="0">
                <a:solidFill>
                  <a:schemeClr val="tx1"/>
                </a:solidFill>
                <a:latin typeface="Lora Medium" pitchFamily="2" charset="-52"/>
              </a:rPr>
              <a:t> 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- </a:t>
            </a:r>
            <a:r>
              <a:rPr lang="en-US" sz="2000" i="1" dirty="0">
                <a:solidFill>
                  <a:schemeClr val="tx1"/>
                </a:solidFill>
                <a:latin typeface="Lora Medium" pitchFamily="2" charset="-52"/>
              </a:rPr>
              <a:t>W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e </a:t>
            </a:r>
            <a:r>
              <a:rPr lang="uk-UA" sz="2000" i="1" dirty="0" err="1">
                <a:solidFill>
                  <a:schemeClr val="tx1"/>
                </a:solidFill>
                <a:latin typeface="Lora Medium" pitchFamily="2" charset="-52"/>
              </a:rPr>
              <a:t>don't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 </a:t>
            </a:r>
            <a:r>
              <a:rPr lang="uk-UA" sz="2000" i="1" dirty="0" err="1">
                <a:solidFill>
                  <a:schemeClr val="tx1"/>
                </a:solidFill>
                <a:latin typeface="Lora Medium" pitchFamily="2" charset="-52"/>
              </a:rPr>
              <a:t>know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 </a:t>
            </a:r>
            <a:r>
              <a:rPr lang="uk-UA" sz="2000" i="1" dirty="0" err="1">
                <a:solidFill>
                  <a:schemeClr val="tx1"/>
                </a:solidFill>
                <a:latin typeface="Lora Medium" pitchFamily="2" charset="-52"/>
              </a:rPr>
              <a:t>how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 </a:t>
            </a:r>
            <a:r>
              <a:rPr lang="uk-UA" sz="2000" i="1" dirty="0" err="1">
                <a:solidFill>
                  <a:schemeClr val="tx1"/>
                </a:solidFill>
                <a:latin typeface="Lora Medium" pitchFamily="2" charset="-52"/>
              </a:rPr>
              <a:t>to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 </a:t>
            </a:r>
            <a:r>
              <a:rPr lang="uk-UA" sz="2000" i="1" dirty="0" err="1">
                <a:solidFill>
                  <a:schemeClr val="tx1"/>
                </a:solidFill>
                <a:latin typeface="Lora Medium" pitchFamily="2" charset="-52"/>
              </a:rPr>
              <a:t>punish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 </a:t>
            </a:r>
            <a:r>
              <a:rPr lang="uk-UA" sz="2000" i="1" dirty="0" err="1">
                <a:solidFill>
                  <a:schemeClr val="tx1"/>
                </a:solidFill>
                <a:latin typeface="Lora Medium" pitchFamily="2" charset="-52"/>
              </a:rPr>
              <a:t>the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 </a:t>
            </a:r>
            <a:r>
              <a:rPr lang="uk-UA" sz="2000" i="1" dirty="0" err="1">
                <a:solidFill>
                  <a:schemeClr val="tx1"/>
                </a:solidFill>
                <a:latin typeface="Lora Medium" pitchFamily="2" charset="-52"/>
              </a:rPr>
              <a:t>Russians</a:t>
            </a:r>
            <a:endParaRPr lang="uk-UA" sz="2000" i="1" dirty="0">
              <a:solidFill>
                <a:schemeClr val="tx1"/>
              </a:solidFill>
              <a:latin typeface="Lora Medium" pitchFamily="2" charset="-52"/>
            </a:endParaRPr>
          </a:p>
          <a:p>
            <a:endParaRPr lang="uk-UA" sz="2000" dirty="0">
              <a:solidFill>
                <a:schemeClr val="tx1"/>
              </a:solidFill>
              <a:latin typeface="Lora Medium" pitchFamily="2" charset="-52"/>
            </a:endParaRPr>
          </a:p>
          <a:p>
            <a:r>
              <a:rPr lang="en-US" sz="2000" dirty="0">
                <a:solidFill>
                  <a:schemeClr val="tx1"/>
                </a:solidFill>
                <a:latin typeface="Lora Medium" pitchFamily="2" charset="-52"/>
              </a:rPr>
              <a:t>A s</a:t>
            </a:r>
            <a:r>
              <a:rPr lang="uk-UA" sz="2000" dirty="0" err="1">
                <a:solidFill>
                  <a:schemeClr val="tx1"/>
                </a:solidFill>
                <a:latin typeface="Lora Medium" pitchFamily="2" charset="-52"/>
              </a:rPr>
              <a:t>hark</a:t>
            </a:r>
            <a:r>
              <a:rPr lang="ru-RU" sz="2000" dirty="0">
                <a:solidFill>
                  <a:schemeClr val="tx1"/>
                </a:solidFill>
                <a:latin typeface="Lora Medium" pitchFamily="2" charset="-52"/>
              </a:rPr>
              <a:t>: - </a:t>
            </a:r>
            <a:r>
              <a:rPr lang="uk-UA" sz="2000" i="1" dirty="0">
                <a:solidFill>
                  <a:schemeClr val="tx1"/>
                </a:solidFill>
                <a:latin typeface="Lora Medium" pitchFamily="2" charset="-52"/>
              </a:rPr>
              <a:t>I </a:t>
            </a:r>
            <a:r>
              <a:rPr lang="uk-UA" sz="2000" i="1" dirty="0" err="1">
                <a:solidFill>
                  <a:schemeClr val="tx1"/>
                </a:solidFill>
                <a:latin typeface="Lora Medium" pitchFamily="2" charset="-52"/>
              </a:rPr>
              <a:t>know</a:t>
            </a:r>
            <a:r>
              <a:rPr lang="en-US" sz="2000" i="1" dirty="0">
                <a:solidFill>
                  <a:schemeClr val="tx1"/>
                </a:solidFill>
                <a:latin typeface="Lora Medium" pitchFamily="2" charset="-52"/>
              </a:rPr>
              <a:t> )))</a:t>
            </a:r>
            <a:endParaRPr lang="uk-UA" sz="2000" i="1" dirty="0">
              <a:solidFill>
                <a:schemeClr val="tx1"/>
              </a:solidFill>
              <a:latin typeface="Lora Medium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83514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BDF1B-332C-4FD5-BBE0-BAB86AE50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623" y="436652"/>
            <a:ext cx="3257550" cy="477748"/>
          </a:xfrm>
        </p:spPr>
        <p:txBody>
          <a:bodyPr/>
          <a:lstStyle/>
          <a:p>
            <a:r>
              <a:rPr lang="uk-UA" sz="2000" dirty="0">
                <a:solidFill>
                  <a:schemeClr val="bg2">
                    <a:lumMod val="75000"/>
                  </a:schemeClr>
                </a:solidFill>
                <a:latin typeface="Lora" pitchFamily="2" charset="-52"/>
                <a:ea typeface="Times New Roman" panose="02020603050405020304" pitchFamily="18" charset="0"/>
              </a:rPr>
              <a:t>RISKS FOR DEMOCRACY</a:t>
            </a:r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704BE8D-9664-4172-BAA9-1B341F5BB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1689" y="1519291"/>
            <a:ext cx="4933614" cy="2504968"/>
          </a:xfrm>
        </p:spPr>
        <p:txBody>
          <a:bodyPr/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I</a:t>
            </a:r>
            <a:r>
              <a:rPr lang="uk-UA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T FUELS POLARIZATION</a:t>
            </a:r>
            <a:r>
              <a:rPr lang="en-US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DIVIDING SOCIETY INTO </a:t>
            </a:r>
            <a:r>
              <a:rPr lang="uk-UA" sz="1600" b="1" dirty="0">
                <a:solidFill>
                  <a:srgbClr val="FFFF00"/>
                </a:solidFill>
                <a:latin typeface="Lora Medium" pitchFamily="2" charset="-52"/>
                <a:ea typeface="Times New Roman" panose="02020603050405020304" pitchFamily="18" charset="0"/>
              </a:rPr>
              <a:t>“US” VS. “THEM,” </a:t>
            </a:r>
            <a:r>
              <a:rPr lang="uk-UA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NOT JUST AGAINST RUSSIA </a:t>
            </a:r>
            <a:r>
              <a:rPr lang="uk-UA" sz="1600" b="1" dirty="0">
                <a:solidFill>
                  <a:schemeClr val="bg1">
                    <a:lumMod val="25000"/>
                    <a:lumOff val="75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BUT ALSO INTERNALLY</a:t>
            </a:r>
            <a:endParaRPr lang="en-US" sz="1600" b="1" dirty="0">
              <a:solidFill>
                <a:schemeClr val="bg1">
                  <a:lumMod val="25000"/>
                  <a:lumOff val="75000"/>
                </a:schemeClr>
              </a:solidFill>
              <a:latin typeface="Lora Medium" pitchFamily="2" charset="-52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uk-UA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, </a:t>
            </a:r>
            <a:endParaRPr lang="uk-UA" sz="1600" b="1" dirty="0">
              <a:solidFill>
                <a:schemeClr val="bg2">
                  <a:lumMod val="75000"/>
                </a:schemeClr>
              </a:solidFill>
              <a:latin typeface="Lora Medium" pitchFamily="2" charset="-52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I</a:t>
            </a:r>
            <a:r>
              <a:rPr lang="uk-UA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T UNDERMINES JOURNALISM, </a:t>
            </a:r>
            <a:r>
              <a:rPr lang="uk-UA" sz="1600" b="1" dirty="0">
                <a:solidFill>
                  <a:schemeClr val="bg1">
                    <a:lumMod val="25000"/>
                    <a:lumOff val="75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REPLACING FACTS WITH EMOTIONAL ATTACKS</a:t>
            </a:r>
            <a:endParaRPr lang="en-US" sz="1600" b="1" dirty="0">
              <a:solidFill>
                <a:schemeClr val="bg1">
                  <a:lumMod val="25000"/>
                  <a:lumOff val="75000"/>
                </a:schemeClr>
              </a:solidFill>
              <a:latin typeface="Lora Medium" pitchFamily="2" charset="-52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uk-UA" sz="1600" b="1" dirty="0">
              <a:solidFill>
                <a:schemeClr val="bg2">
                  <a:lumMod val="75000"/>
                </a:schemeClr>
              </a:solidFill>
              <a:latin typeface="Lora Medium" pitchFamily="2" charset="-52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I</a:t>
            </a:r>
            <a:r>
              <a:rPr lang="uk-UA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T </a:t>
            </a:r>
            <a:r>
              <a:rPr lang="en-US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DESTROYS</a:t>
            </a:r>
            <a:r>
              <a:rPr lang="uk-UA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 </a:t>
            </a:r>
            <a:r>
              <a:rPr lang="uk-UA" sz="1600" b="1" dirty="0">
                <a:solidFill>
                  <a:schemeClr val="bg1">
                    <a:lumMod val="25000"/>
                    <a:lumOff val="75000"/>
                  </a:schemeClr>
                </a:solidFill>
                <a:latin typeface="Lora Medium" pitchFamily="2" charset="-52"/>
                <a:ea typeface="Times New Roman" panose="02020603050405020304" pitchFamily="18" charset="0"/>
              </a:rPr>
              <a:t>DEMOCRATIC CULTURE</a:t>
            </a:r>
          </a:p>
          <a:p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9E2BBD-CAE3-4D67-A261-15518902D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133" y="1689376"/>
            <a:ext cx="2987639" cy="204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81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986372" y="1859086"/>
            <a:ext cx="4832980" cy="9541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Times New Roman"/>
              </a:rPr>
              <a:t>DEEPFAKES: WHEN HATE GETS </a:t>
            </a:r>
            <a:r>
              <a:rPr sz="2800" b="1" i="0" dirty="0">
                <a:solidFill>
                  <a:srgbClr val="F2F5A8"/>
                </a:solidFill>
                <a:latin typeface="Times New Roman"/>
              </a:rPr>
              <a:t>A FACE AND A VOICE</a:t>
            </a:r>
          </a:p>
        </p:txBody>
      </p:sp>
      <p:pic>
        <p:nvPicPr>
          <p:cNvPr id="1028" name="Picture 4" descr="woman holding yellow and black balloon at daytime">
            <a:extLst>
              <a:ext uri="{FF2B5EF4-FFF2-40B4-BE49-F238E27FC236}">
                <a16:creationId xmlns:a16="http://schemas.microsoft.com/office/drawing/2014/main" id="{ABD8B428-9247-4CF1-98BC-6A333AA9E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83285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5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20000" y="648271"/>
            <a:ext cx="7704000" cy="43088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Times New Roman"/>
              </a:rPr>
              <a:t>TWO FAMOUS </a:t>
            </a:r>
            <a:r>
              <a:rPr sz="2200" b="1" i="0" dirty="0">
                <a:solidFill>
                  <a:schemeClr val="bg2"/>
                </a:solidFill>
                <a:latin typeface="Times New Roman"/>
              </a:rPr>
              <a:t>FAKES</a:t>
            </a:r>
          </a:p>
        </p:txBody>
      </p:sp>
      <p:pic>
        <p:nvPicPr>
          <p:cNvPr id="3" name="Pope (from Krakow slide 4)" descr="image.jpeg"/>
          <p:cNvPicPr>
            <a:picLocks noChangeAspect="1"/>
          </p:cNvPicPr>
          <p:nvPr/>
        </p:nvPicPr>
        <p:blipFill>
          <a:blip r:embed="rId3"/>
          <a:srcRect l="26000" r="26000"/>
          <a:stretch>
            <a:fillRect/>
          </a:stretch>
        </p:blipFill>
        <p:spPr>
          <a:xfrm>
            <a:off x="1259339" y="1169148"/>
            <a:ext cx="2322587" cy="2721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0001" y="3963500"/>
            <a:ext cx="3500000" cy="92333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 i="0" dirty="0">
                <a:solidFill>
                  <a:schemeClr val="bg2"/>
                </a:solidFill>
                <a:latin typeface="Times New Roman"/>
              </a:rPr>
              <a:t>Pope Francis in a puffer jacket, 2023</a:t>
            </a:r>
          </a:p>
          <a:p>
            <a:pPr algn="ctr"/>
            <a:r>
              <a:rPr sz="1800" b="0" i="0" dirty="0">
                <a:solidFill>
                  <a:srgbClr val="FFFFFF"/>
                </a:solidFill>
                <a:latin typeface="Times New Roman"/>
              </a:rPr>
              <a:t>AI-generated · believed by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7343" y="4033564"/>
            <a:ext cx="3973158" cy="92333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 i="0" dirty="0">
                <a:solidFill>
                  <a:schemeClr val="bg2"/>
                </a:solidFill>
                <a:latin typeface="Times New Roman"/>
              </a:rPr>
              <a:t>“Explosion” near the Pentagon, 2023</a:t>
            </a:r>
          </a:p>
          <a:p>
            <a:pPr algn="ctr"/>
            <a:r>
              <a:rPr sz="1800" b="0" i="0" dirty="0">
                <a:solidFill>
                  <a:srgbClr val="FFFFFF"/>
                </a:solidFill>
                <a:latin typeface="Times New Roman"/>
              </a:rPr>
              <a:t>AI-generated · a short fall on the U.S. stock market</a:t>
            </a:r>
          </a:p>
        </p:txBody>
      </p:sp>
      <p:pic>
        <p:nvPicPr>
          <p:cNvPr id="2052" name="Picture 4" descr="pentagon explosion ai-generated image">
            <a:extLst>
              <a:ext uri="{FF2B5EF4-FFF2-40B4-BE49-F238E27FC236}">
                <a16:creationId xmlns:a16="http://schemas.microsoft.com/office/drawing/2014/main" id="{E59E31A2-64D2-49C0-A252-8683BCF77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567" y="1228174"/>
            <a:ext cx="2807278" cy="271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erriweather" panose="00000500000000000000" pitchFamily="2" charset="-52"/>
                <a:sym typeface="Raleway"/>
              </a:rPr>
              <a:t>This is exactly what a deepfake does!</a:t>
            </a:r>
            <a:endParaRPr sz="1800" b="1" dirty="0">
              <a:solidFill>
                <a:schemeClr val="accent4">
                  <a:lumMod val="60000"/>
                  <a:lumOff val="40000"/>
                </a:schemeClr>
              </a:solidFill>
              <a:latin typeface="Merriweather" panose="00000500000000000000" pitchFamily="2" charset="-52"/>
              <a:sym typeface="Raleway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274085" y="1456006"/>
            <a:ext cx="4700427" cy="3129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400"/>
              </a:spcBef>
              <a:spcAft>
                <a:spcPts val="0"/>
              </a:spcAft>
              <a:buClr>
                <a:srgbClr val="BBD369"/>
              </a:buClr>
              <a:buSzPts val="1800"/>
              <a:buFont typeface="Wingdings" panose="05000000000000000000" pitchFamily="2" charset="2"/>
              <a:buChar char="ü"/>
            </a:pPr>
            <a:r>
              <a:rPr lang="e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 deepfake may use a person’s face, voice, body, gestures, or manner of speaking.</a:t>
            </a:r>
            <a:endParaRPr sz="1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lvl="0" algn="l" rtl="0">
              <a:spcBef>
                <a:spcPts val="400"/>
              </a:spcBef>
              <a:spcAft>
                <a:spcPts val="0"/>
              </a:spcAft>
              <a:buClr>
                <a:srgbClr val="BBD369"/>
              </a:buClr>
              <a:buSzPts val="1800"/>
              <a:buFont typeface="Wingdings" panose="05000000000000000000" pitchFamily="2" charset="2"/>
              <a:buChar char="ü"/>
            </a:pPr>
            <a:r>
              <a:rPr lang="e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It may show this person saying or doing something that never happened.</a:t>
            </a:r>
          </a:p>
          <a:p>
            <a:pPr marL="457200" lvl="0" indent="-342900" algn="l" rtl="0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endParaRPr lang="en" sz="1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1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BE59"/>
                </a:solidFill>
              </a:rPr>
              <a:t>Deepfakes shift the discussion from copyright alone to a broader legal conflict:</a:t>
            </a:r>
            <a:endParaRPr sz="1600" b="1" dirty="0">
              <a:solidFill>
                <a:srgbClr val="FFBE59"/>
              </a:solidFill>
            </a:endParaRPr>
          </a:p>
          <a:p>
            <a:pPr lvl="0" algn="l" rtl="0">
              <a:spcBef>
                <a:spcPts val="4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Personality rights, image, voice, dignity</a:t>
            </a:r>
            <a:endParaRPr sz="1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lvl="0" algn="l" rtl="0">
              <a:spcBef>
                <a:spcPts val="4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Wingdings" panose="05000000000000000000" pitchFamily="2" charset="2"/>
              <a:buChar char="§"/>
            </a:pPr>
            <a:r>
              <a:rPr lang="e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Privacy, reputation, and public trust</a:t>
            </a:r>
            <a:endParaRPr sz="1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883348-7C46-49EC-9AAD-AF6BEF718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5" y="1629586"/>
            <a:ext cx="3588479" cy="26891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Guy Fawkes mask with an anarchy symbol on a black background">
            <a:extLst>
              <a:ext uri="{FF2B5EF4-FFF2-40B4-BE49-F238E27FC236}">
                <a16:creationId xmlns:a16="http://schemas.microsoft.com/office/drawing/2014/main" id="{8EB04502-40E3-4354-B44B-C34E381E9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855AD4-D8B9-4C39-9B37-BE0406873AF4}"/>
              </a:ext>
            </a:extLst>
          </p:cNvPr>
          <p:cNvSpPr txBox="1"/>
          <p:nvPr/>
        </p:nvSpPr>
        <p:spPr>
          <a:xfrm>
            <a:off x="6066572" y="3494863"/>
            <a:ext cx="2676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A2DA37"/>
                </a:solidFill>
              </a:rPr>
              <a:t>It is personal, social, and sometimes democratic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845C07-4856-4E23-AC15-14548224DC6B}"/>
              </a:ext>
            </a:extLst>
          </p:cNvPr>
          <p:cNvSpPr txBox="1"/>
          <p:nvPr/>
        </p:nvSpPr>
        <p:spPr>
          <a:xfrm>
            <a:off x="422515" y="646484"/>
            <a:ext cx="21125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l" rtl="0">
              <a:spcBef>
                <a:spcPts val="400"/>
              </a:spcBef>
              <a:spcAft>
                <a:spcPts val="0"/>
              </a:spcAft>
              <a:buSzPts val="1800"/>
            </a:pPr>
            <a:r>
              <a:rPr lang="en-US" sz="1800" dirty="0">
                <a:solidFill>
                  <a:srgbClr val="FFC000"/>
                </a:solidFill>
              </a:rPr>
              <a:t>It can show a politician making a false statement before elections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475B03-FC18-4A41-94F1-56CDD06F0BBD}"/>
              </a:ext>
            </a:extLst>
          </p:cNvPr>
          <p:cNvSpPr txBox="1"/>
          <p:nvPr/>
        </p:nvSpPr>
        <p:spPr>
          <a:xfrm>
            <a:off x="5940447" y="633965"/>
            <a:ext cx="27810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l" rtl="0">
              <a:spcBef>
                <a:spcPts val="400"/>
              </a:spcBef>
              <a:spcAft>
                <a:spcPts val="0"/>
              </a:spcAft>
              <a:buSzPts val="1800"/>
            </a:pPr>
            <a:r>
              <a:rPr lang="en-US" sz="1800" dirty="0">
                <a:solidFill>
                  <a:srgbClr val="FFC000"/>
                </a:solidFill>
              </a:rPr>
              <a:t>It can show a professor, journalist, judge, in a situation that damages reputation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1DB593-DD07-4FAA-881D-6EE5FAEFA275}"/>
              </a:ext>
            </a:extLst>
          </p:cNvPr>
          <p:cNvSpPr txBox="1"/>
          <p:nvPr/>
        </p:nvSpPr>
        <p:spPr>
          <a:xfrm flipH="1">
            <a:off x="517108" y="3494863"/>
            <a:ext cx="1923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A2DA37"/>
                </a:solidFill>
              </a:rPr>
              <a:t>The problem is not only economic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20000" y="470000"/>
            <a:ext cx="7704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Times New Roman"/>
              </a:rPr>
              <a:t>WHY DEEPFAKES ARE PERFECT FUEL FOR </a:t>
            </a:r>
            <a:r>
              <a:rPr sz="1900" b="1" i="0">
                <a:solidFill>
                  <a:srgbClr val="FFC000"/>
                </a:solidFill>
                <a:latin typeface="Times New Roman"/>
              </a:rPr>
              <a:t>MEDIA HATE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7000" y="1300000"/>
            <a:ext cx="2450000" cy="2700000"/>
          </a:xfrm>
          <a:prstGeom prst="roundRect">
            <a:avLst>
              <a:gd name="adj" fmla="val 8000"/>
            </a:avLst>
          </a:prstGeom>
          <a:solidFill>
            <a:srgbClr val="0B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562000" y="1520000"/>
            <a:ext cx="520000" cy="52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000" y="2200000"/>
            <a:ext cx="2090000" cy="4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  <a:latin typeface="Times New Roman"/>
              </a:rPr>
              <a:t>Effect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000" y="2700000"/>
            <a:ext cx="2090000" cy="11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Hate looks like a fact: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“I saw it with my own eyes.”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7000" y="1300000"/>
            <a:ext cx="2450000" cy="2700000"/>
          </a:xfrm>
          <a:prstGeom prst="roundRect">
            <a:avLst>
              <a:gd name="adj" fmla="val 8000"/>
            </a:avLst>
          </a:prstGeom>
          <a:solidFill>
            <a:srgbClr val="0B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312000" y="1520000"/>
            <a:ext cx="520000" cy="52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00" y="2200000"/>
            <a:ext cx="2090000" cy="4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  <a:latin typeface="Times New Roman"/>
              </a:rPr>
              <a:t>Borrowed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00" y="2700000"/>
            <a:ext cx="2090000" cy="11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Hateful words in the mouths of presidents, actors, journalists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7000" y="1300000"/>
            <a:ext cx="2450000" cy="2700000"/>
          </a:xfrm>
          <a:prstGeom prst="roundRect">
            <a:avLst>
              <a:gd name="adj" fmla="val 8000"/>
            </a:avLst>
          </a:prstGeom>
          <a:solidFill>
            <a:srgbClr val="0B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62000" y="1520000"/>
            <a:ext cx="520000" cy="52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000" y="2200000"/>
            <a:ext cx="2090000" cy="4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  <a:latin typeface="Times New Roman"/>
              </a:rPr>
              <a:t>Liar’s dividend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7000" y="2700000"/>
            <a:ext cx="2090000" cy="11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Even real evidence can be called “just a deepfake”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20000" y="470000"/>
            <a:ext cx="7704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FIVE TYPES OF DEEPFAKES FUELLING </a:t>
            </a:r>
            <a:r>
              <a:rPr sz="2200" b="1" i="0">
                <a:solidFill>
                  <a:srgbClr val="FFC000"/>
                </a:solidFill>
                <a:latin typeface="Times New Roman"/>
              </a:rPr>
              <a:t>MEDIA HATE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0000" y="1180000"/>
            <a:ext cx="7144000" cy="560000"/>
          </a:xfrm>
          <a:prstGeom prst="roundRect">
            <a:avLst>
              <a:gd name="adj" fmla="val 8000"/>
            </a:avLst>
          </a:prstGeom>
          <a:solidFill>
            <a:srgbClr val="0B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0000" y="1250000"/>
            <a:ext cx="420000" cy="42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0000" y="1180000"/>
            <a:ext cx="2500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Times New Roman"/>
              </a:rPr>
              <a:t>Fake leaders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0000" y="1180000"/>
            <a:ext cx="3744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to demoralise and divide society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0000" y="1860000"/>
            <a:ext cx="7144000" cy="560000"/>
          </a:xfrm>
          <a:prstGeom prst="roundRect">
            <a:avLst>
              <a:gd name="adj" fmla="val 8000"/>
            </a:avLst>
          </a:prstGeom>
          <a:solidFill>
            <a:srgbClr val="0B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0000" y="1930000"/>
            <a:ext cx="420000" cy="42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0000" y="1860000"/>
            <a:ext cx="2500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Times New Roman"/>
              </a:rPr>
              <a:t>Fake celebrities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0000" y="1860000"/>
            <a:ext cx="3744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popularity used for propaganda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000" y="2540000"/>
            <a:ext cx="7144000" cy="560000"/>
          </a:xfrm>
          <a:prstGeom prst="roundRect">
            <a:avLst>
              <a:gd name="adj" fmla="val 8000"/>
            </a:avLst>
          </a:prstGeom>
          <a:solidFill>
            <a:srgbClr val="0B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0000" y="2610000"/>
            <a:ext cx="420000" cy="42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0000" y="2540000"/>
            <a:ext cx="2500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Times New Roman"/>
              </a:rPr>
              <a:t>Fake 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0000" y="2540000"/>
            <a:ext cx="3744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trust in journalists turned against social groups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0000" y="3220000"/>
            <a:ext cx="7144000" cy="560000"/>
          </a:xfrm>
          <a:prstGeom prst="roundRect">
            <a:avLst>
              <a:gd name="adj" fmla="val 8000"/>
            </a:avLst>
          </a:prstGeom>
          <a:solidFill>
            <a:srgbClr val="0B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20000" y="3290000"/>
            <a:ext cx="420000" cy="42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0000" y="3220000"/>
            <a:ext cx="2500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Times New Roman"/>
              </a:rPr>
              <a:t>Political “satire”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0000" y="3220000"/>
            <a:ext cx="3744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a grey zone between free speech and manipulation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0000" y="3900000"/>
            <a:ext cx="7144000" cy="560000"/>
          </a:xfrm>
          <a:prstGeom prst="roundRect">
            <a:avLst>
              <a:gd name="adj" fmla="val 8000"/>
            </a:avLst>
          </a:prstGeom>
          <a:solidFill>
            <a:srgbClr val="0B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20000" y="3970000"/>
            <a:ext cx="420000" cy="42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0000" y="3900000"/>
            <a:ext cx="2500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Times New Roman"/>
              </a:rPr>
              <a:t>Gender-based deepfakes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0000" y="3900000"/>
            <a:ext cx="3744000" cy="56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to humiliate and silence women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80320" y="506002"/>
            <a:ext cx="3900000" cy="36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 dirty="0">
                <a:solidFill>
                  <a:srgbClr val="F2C67E"/>
                </a:solidFill>
                <a:latin typeface="Times New Roman"/>
              </a:rPr>
              <a:t>TYPE 1 · FAKE LEADERS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20000" y="1080000"/>
            <a:ext cx="3900000" cy="10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imes New Roman"/>
              </a:rPr>
              <a:t>Zelensky “surrender” deepfake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120000"/>
            <a:ext cx="3900000" cy="52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>
                <a:solidFill>
                  <a:srgbClr val="B8C4CC"/>
                </a:solidFill>
                <a:latin typeface="Times New Roman"/>
              </a:rPr>
              <a:t>Ukraine, March 2022 · hacked TV channel “Ukraine 24”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700000"/>
            <a:ext cx="3900000" cy="12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1">
                <a:solidFill>
                  <a:srgbClr val="FFC000"/>
                </a:solidFill>
                <a:latin typeface="Times New Roman"/>
              </a:rPr>
              <a:t>Hacking gave it a trusted channel, and AI gave it a 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500000"/>
            <a:ext cx="3900000" cy="3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 i="0">
                <a:solidFill>
                  <a:srgbClr val="B8C4CC"/>
                </a:solidFill>
                <a:latin typeface="Times New Roman"/>
              </a:rPr>
              <a:t>Source: Lead Stories, 17.03.2022</a:t>
            </a:r>
          </a:p>
        </p:txBody>
      </p:sp>
      <p:pic>
        <p:nvPicPr>
          <p:cNvPr id="7" name="Zelensky real vs fake (from Krakow slide 12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0" y="1864077"/>
            <a:ext cx="3450000" cy="17218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91850" y="435668"/>
            <a:ext cx="3900000" cy="36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 dirty="0">
                <a:solidFill>
                  <a:srgbClr val="F2C67E"/>
                </a:solidFill>
                <a:latin typeface="Times New Roman"/>
              </a:rPr>
              <a:t>TYPE 2 · FAKE CELEBRITIES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20000" y="1080000"/>
            <a:ext cx="3900000" cy="10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Times New Roman"/>
              </a:rPr>
              <a:t>Hollywood actors for “peace on Russia’s terms”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120000"/>
            <a:ext cx="3900000" cy="52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 dirty="0">
                <a:solidFill>
                  <a:srgbClr val="B8C4CC"/>
                </a:solidFill>
                <a:latin typeface="Times New Roman"/>
              </a:rPr>
              <a:t>February 2026 · AI videos spread by anonymous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700000"/>
            <a:ext cx="3900000" cy="12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1" dirty="0">
                <a:solidFill>
                  <a:srgbClr val="FFC000"/>
                </a:solidFill>
                <a:latin typeface="Times New Roman"/>
              </a:rPr>
              <a:t>In fact, the actors never said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500000"/>
            <a:ext cx="3900000" cy="3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 i="0">
                <a:solidFill>
                  <a:srgbClr val="B8C4CC"/>
                </a:solidFill>
                <a:latin typeface="Times New Roman"/>
              </a:rPr>
              <a:t>Source: Center for Countering Disinformation; Interfax-Ukraine, 25.02.2026</a:t>
            </a:r>
          </a:p>
        </p:txBody>
      </p:sp>
      <p:pic>
        <p:nvPicPr>
          <p:cNvPr id="4098" name="Picture 2" descr="photo-2026-02-25-20-17-32">
            <a:extLst>
              <a:ext uri="{FF2B5EF4-FFF2-40B4-BE49-F238E27FC236}">
                <a16:creationId xmlns:a16="http://schemas.microsoft.com/office/drawing/2014/main" id="{E117F18F-0A6D-472C-9A47-6E2F76A90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465" y="1198718"/>
            <a:ext cx="2855669" cy="315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3650" y="620334"/>
            <a:ext cx="3900000" cy="36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 dirty="0">
                <a:solidFill>
                  <a:srgbClr val="F2C67E"/>
                </a:solidFill>
                <a:latin typeface="Times New Roman"/>
              </a:rPr>
              <a:t>TYPE 3 · FAKE MEDIA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72000" y="2162141"/>
            <a:ext cx="3900000" cy="10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Times New Roman"/>
              </a:rPr>
              <a:t>Fake </a:t>
            </a:r>
            <a:r>
              <a:rPr sz="2400" b="1" i="0" dirty="0" err="1">
                <a:solidFill>
                  <a:srgbClr val="FFFFFF"/>
                </a:solidFill>
                <a:latin typeface="Times New Roman"/>
              </a:rPr>
              <a:t>Euronews</a:t>
            </a:r>
            <a:r>
              <a:rPr sz="2400" b="1" i="0" dirty="0">
                <a:solidFill>
                  <a:srgbClr val="FFFFFF"/>
                </a:solidFill>
                <a:latin typeface="Times New Roman"/>
              </a:rPr>
              <a:t> reports with cloned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0651" y="4122646"/>
            <a:ext cx="3900000" cy="52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 i="0" dirty="0">
                <a:solidFill>
                  <a:srgbClr val="B8C4CC"/>
                </a:solidFill>
                <a:latin typeface="Times New Roman"/>
              </a:rPr>
              <a:t>January 2026 · pro-Russian Telegram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733" y="3608094"/>
            <a:ext cx="3900000" cy="125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1" dirty="0">
                <a:solidFill>
                  <a:srgbClr val="FFC000"/>
                </a:solidFill>
                <a:latin typeface="Times New Roman"/>
              </a:rPr>
              <a:t>A trusted brand, a familiar voice, a real tragedy, and an innocent group to blame.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500000"/>
            <a:ext cx="3900000" cy="3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 i="0">
                <a:solidFill>
                  <a:srgbClr val="B8C4CC"/>
                </a:solidFill>
                <a:latin typeface="Times New Roman"/>
              </a:rPr>
              <a:t>Source: Euronews, 15.01.2026</a:t>
            </a:r>
          </a:p>
        </p:txBody>
      </p:sp>
      <p:pic>
        <p:nvPicPr>
          <p:cNvPr id="5122" name="Picture 2" descr="Telegram channel uses AI to create fake voiceover on an authentic Euronews report. ">
            <a:extLst>
              <a:ext uri="{FF2B5EF4-FFF2-40B4-BE49-F238E27FC236}">
                <a16:creationId xmlns:a16="http://schemas.microsoft.com/office/drawing/2014/main" id="{54F671DD-D375-4956-9933-9E92C97AD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939" y="1234575"/>
            <a:ext cx="4376508" cy="267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5779" y="417692"/>
            <a:ext cx="3900000" cy="36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 dirty="0">
                <a:solidFill>
                  <a:srgbClr val="F2C67E"/>
                </a:solidFill>
                <a:latin typeface="Times New Roman"/>
              </a:rPr>
              <a:t>TYPE 4 · POLITICAL “SATIRE”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20000" y="1277503"/>
            <a:ext cx="3900000" cy="10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Times New Roman"/>
              </a:rPr>
              <a:t>Mette Frederiksen deepfake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055087"/>
            <a:ext cx="3063724" cy="83099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1" dirty="0">
                <a:solidFill>
                  <a:srgbClr val="B8C4CC"/>
                </a:solidFill>
                <a:latin typeface="Times New Roman"/>
              </a:rPr>
              <a:t>Denmark, April 2024 · video labelled as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494666"/>
            <a:ext cx="3900000" cy="4616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1" dirty="0">
                <a:solidFill>
                  <a:srgbClr val="FFC000"/>
                </a:solidFill>
                <a:latin typeface="Times New Roman"/>
              </a:rPr>
              <a:t>Satire or manipulation?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500000"/>
            <a:ext cx="3900000" cy="3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 i="0">
                <a:solidFill>
                  <a:srgbClr val="B8C4CC"/>
                </a:solidFill>
                <a:latin typeface="Times New Roman"/>
              </a:rPr>
              <a:t>Source: The Local Denmark, 13.05.2024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AD260B-C254-4CFD-8F17-6BE0F875FE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88" r="19701"/>
          <a:stretch/>
        </p:blipFill>
        <p:spPr>
          <a:xfrm>
            <a:off x="5240457" y="1058858"/>
            <a:ext cx="3622091" cy="374114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197" y="620334"/>
            <a:ext cx="4873606" cy="36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 i="0" dirty="0">
                <a:solidFill>
                  <a:srgbClr val="F2C67E"/>
                </a:solidFill>
                <a:latin typeface="Times New Roman"/>
              </a:rPr>
              <a:t>TYPE 5 · GENDER-BASED DEEPFAKES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2135197" y="989666"/>
            <a:ext cx="6393401" cy="4616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Times New Roman"/>
              </a:rPr>
              <a:t>Grok and </a:t>
            </a:r>
            <a:r>
              <a:rPr sz="2400" b="1" i="0" dirty="0" err="1">
                <a:solidFill>
                  <a:srgbClr val="FFFFFF"/>
                </a:solidFill>
                <a:latin typeface="Times New Roman"/>
              </a:rPr>
              <a:t>sexualised</a:t>
            </a:r>
            <a:r>
              <a:rPr sz="2400" b="1" i="0" dirty="0">
                <a:solidFill>
                  <a:srgbClr val="FFFFFF"/>
                </a:solidFill>
                <a:latin typeface="Times New Roman"/>
              </a:rPr>
              <a:t> deepfakes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6825" y="3055715"/>
            <a:ext cx="3899999" cy="83099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1" dirty="0">
                <a:solidFill>
                  <a:srgbClr val="A2DA37"/>
                </a:solidFill>
                <a:latin typeface="Times New Roman"/>
              </a:rPr>
              <a:t>January 2026 · about 3 million images in a few days (CCDH)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2096" y="1846910"/>
            <a:ext cx="4426503" cy="83099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400" b="1" i="1" dirty="0">
                <a:solidFill>
                  <a:srgbClr val="FFC000"/>
                </a:solidFill>
                <a:latin typeface="Times New Roman"/>
              </a:rPr>
              <a:t>Their goal is to humiliate women and push them out of public 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500000"/>
            <a:ext cx="3900000" cy="3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 i="0">
                <a:solidFill>
                  <a:srgbClr val="B8C4CC"/>
                </a:solidFill>
                <a:latin typeface="Times New Roman"/>
              </a:rPr>
              <a:t>Source: Al Jazeera, 26.01.2026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6E8D7955-3513-49EA-8AE7-3E5E629AD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74" y="1795688"/>
            <a:ext cx="3465350" cy="23087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epfake concept ,Facial tracking, detection and recognition technology, Security system. Cyber security and Security password login online concept.">
            <a:extLst>
              <a:ext uri="{FF2B5EF4-FFF2-40B4-BE49-F238E27FC236}">
                <a16:creationId xmlns:a16="http://schemas.microsoft.com/office/drawing/2014/main" id="{4C7278B3-5A09-420D-9B05-05409CBBE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BE7073-D5CC-472E-8E00-7DE7526294A2}"/>
              </a:ext>
            </a:extLst>
          </p:cNvPr>
          <p:cNvSpPr txBox="1"/>
          <p:nvPr/>
        </p:nvSpPr>
        <p:spPr>
          <a:xfrm>
            <a:off x="408879" y="1341317"/>
            <a:ext cx="2862146" cy="2460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he AI Act focuses on 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transparency and labelling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endParaRPr lang="en-US" sz="1400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Merriweather" panose="00000500000000000000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he DSA focuses on platform 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responsibility and risk management 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endParaRPr lang="en-US" sz="1400" b="1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Merriweather" panose="00000500000000000000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US" sz="14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400" b="1" dirty="0" err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lang="en-US" sz="14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deepfakes</a:t>
            </a: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 central problem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endParaRPr lang="uk-UA" sz="14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Merriweather" panose="00000500000000000000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09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40000"/>
            <a:lumOff val="60000"/>
            <a:alpha val="22000"/>
          </a:schemeClr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758161" y="378751"/>
            <a:ext cx="5523600" cy="477900"/>
          </a:xfrm>
          <a:prstGeom prst="rect">
            <a:avLst/>
          </a:prstGeom>
          <a:solidFill>
            <a:srgbClr val="4D3626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450215">
              <a:lnSpc>
                <a:spcPct val="115000"/>
              </a:lnSpc>
              <a:spcAft>
                <a:spcPts val="300"/>
              </a:spcAft>
            </a:pPr>
            <a:r>
              <a:rPr lang="en-US" sz="1800" b="1" dirty="0">
                <a:solidFill>
                  <a:schemeClr val="bg1"/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="1" dirty="0">
                <a:solidFill>
                  <a:schemeClr val="bg1"/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he AI Act and the Digital Services Act</a:t>
            </a:r>
            <a:endParaRPr lang="uk-UA" sz="1800" dirty="0">
              <a:solidFill>
                <a:schemeClr val="bg1"/>
              </a:solidFill>
              <a:effectLst/>
              <a:latin typeface="Merriweather" panose="00000500000000000000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698695" y="1242149"/>
            <a:ext cx="5101119" cy="3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188913" rtl="0">
              <a:spcBef>
                <a:spcPts val="400"/>
              </a:spcBef>
              <a:spcAft>
                <a:spcPts val="0"/>
              </a:spcAft>
              <a:buClr>
                <a:schemeClr val="bg2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b="1" dirty="0"/>
              <a:t>AI Act, </a:t>
            </a:r>
            <a:r>
              <a:rPr lang="en" sz="1400" b="1" dirty="0"/>
              <a:t>Art. 50 </a:t>
            </a:r>
            <a:r>
              <a:rPr lang="en" sz="1400" dirty="0"/>
              <a:t>deals with marking and labelling AI-generated content, including deepfakes </a:t>
            </a:r>
            <a:r>
              <a:rPr lang="en" sz="1400" dirty="0">
                <a:solidFill>
                  <a:schemeClr val="tx1"/>
                </a:solidFill>
              </a:rPr>
              <a:t>—</a:t>
            </a:r>
            <a:r>
              <a:rPr lang="en" sz="1400" dirty="0"/>
              <a:t>  </a:t>
            </a: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</a:rPr>
              <a:t>transparency approach</a:t>
            </a:r>
            <a:endParaRPr lang="en" sz="14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68287" lvl="0" indent="0" rtl="0">
              <a:spcBef>
                <a:spcPts val="400"/>
              </a:spcBef>
              <a:spcAft>
                <a:spcPts val="0"/>
              </a:spcAft>
              <a:buClr>
                <a:schemeClr val="bg2">
                  <a:lumMod val="75000"/>
                </a:schemeClr>
              </a:buClr>
              <a:buSzPts val="1800"/>
              <a:buNone/>
            </a:pPr>
            <a:endParaRPr sz="1400" dirty="0"/>
          </a:p>
          <a:p>
            <a:pPr lvl="0" indent="-188913" rtl="0">
              <a:spcBef>
                <a:spcPts val="400"/>
              </a:spcBef>
              <a:spcAft>
                <a:spcPts val="0"/>
              </a:spcAft>
              <a:buClr>
                <a:schemeClr val="bg2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</a:pPr>
            <a:r>
              <a:rPr lang="en" sz="1400" dirty="0"/>
              <a:t>Synthetic material must carry a digital notice: </a:t>
            </a:r>
          </a:p>
          <a:p>
            <a:pPr marL="268287" lvl="0" indent="0" rtl="0">
              <a:spcBef>
                <a:spcPts val="400"/>
              </a:spcBef>
              <a:spcAft>
                <a:spcPts val="0"/>
              </a:spcAft>
              <a:buClr>
                <a:schemeClr val="bg2">
                  <a:lumMod val="75000"/>
                </a:schemeClr>
              </a:buClr>
              <a:buSzPts val="1800"/>
              <a:buNone/>
            </a:pPr>
            <a:r>
              <a:rPr lang="en" sz="1400" b="1" dirty="0">
                <a:solidFill>
                  <a:schemeClr val="accent4">
                    <a:lumMod val="50000"/>
                  </a:schemeClr>
                </a:solidFill>
              </a:rPr>
              <a:t>	“This is AI-generated.”</a:t>
            </a:r>
          </a:p>
          <a:p>
            <a:pPr marL="268287" lvl="0" indent="0" rtl="0">
              <a:spcBef>
                <a:spcPts val="400"/>
              </a:spcBef>
              <a:spcAft>
                <a:spcPts val="0"/>
              </a:spcAft>
              <a:buClr>
                <a:schemeClr val="bg2">
                  <a:lumMod val="75000"/>
                </a:schemeClr>
              </a:buClr>
              <a:buSzPts val="1800"/>
              <a:buNone/>
            </a:pPr>
            <a:endParaRPr sz="1400" b="1" dirty="0">
              <a:solidFill>
                <a:schemeClr val="accent4">
                  <a:lumMod val="50000"/>
                </a:schemeClr>
              </a:solidFill>
            </a:endParaRPr>
          </a:p>
          <a:p>
            <a:pPr lvl="0" indent="-188913" rtl="0">
              <a:spcBef>
                <a:spcPts val="400"/>
              </a:spcBef>
              <a:spcAft>
                <a:spcPts val="0"/>
              </a:spcAft>
              <a:buClr>
                <a:schemeClr val="bg2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</a:pPr>
            <a:r>
              <a:rPr lang="en" sz="1400" dirty="0"/>
              <a:t>If a video, image, or audio is artificially generated, the public should know it is not authentic.</a:t>
            </a:r>
          </a:p>
          <a:p>
            <a:pPr marL="268287" lvl="0" indent="0" rtl="0">
              <a:spcBef>
                <a:spcPts val="400"/>
              </a:spcBef>
              <a:spcAft>
                <a:spcPts val="0"/>
              </a:spcAft>
              <a:buClr>
                <a:schemeClr val="bg2">
                  <a:lumMod val="75000"/>
                </a:schemeClr>
              </a:buClr>
              <a:buSzPts val="1800"/>
              <a:buNone/>
            </a:pPr>
            <a:endParaRPr sz="1400" dirty="0"/>
          </a:p>
          <a:p>
            <a:pPr marL="446088" lvl="0" indent="0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400" b="1" dirty="0"/>
              <a:t>However: a label can warn, but it does not always stop the harm. </a:t>
            </a:r>
            <a:r>
              <a:rPr lang="en" sz="1400" b="1" dirty="0">
                <a:solidFill>
                  <a:schemeClr val="accent4">
                    <a:lumMod val="50000"/>
                  </a:schemeClr>
                </a:solidFill>
              </a:rPr>
              <a:t>Reputational damage may already be done. Labelling is necessary — but not sufficient.</a:t>
            </a:r>
            <a:endParaRPr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098" name="Picture 2" descr="A hand holds a phone showing a man's image labeled &quot;AI-Generated/Deepfake.&quot; In the background, a blurred room and large &quot;3:00&quot; display suggest urgency.">
            <a:extLst>
              <a:ext uri="{FF2B5EF4-FFF2-40B4-BE49-F238E27FC236}">
                <a16:creationId xmlns:a16="http://schemas.microsoft.com/office/drawing/2014/main" id="{CE9A141F-5326-48EC-ACC9-4F9C9126F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86" y="1413134"/>
            <a:ext cx="3452648" cy="25864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758161" y="378751"/>
            <a:ext cx="5523600" cy="477900"/>
          </a:xfrm>
          <a:prstGeom prst="rect">
            <a:avLst/>
          </a:prstGeom>
          <a:solidFill>
            <a:srgbClr val="4D3626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450215">
              <a:lnSpc>
                <a:spcPct val="115000"/>
              </a:lnSpc>
              <a:spcAft>
                <a:spcPts val="3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Digital Services Act, or DSA</a:t>
            </a:r>
            <a:endParaRPr lang="uk-UA" sz="1800" dirty="0">
              <a:solidFill>
                <a:schemeClr val="bg1"/>
              </a:solidFill>
              <a:effectLst/>
              <a:latin typeface="Merriweather" panose="00000500000000000000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698695" y="1242149"/>
            <a:ext cx="5101119" cy="3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aleway"/>
                <a:sym typeface="Raleway"/>
              </a:rPr>
              <a:t>Large platforms (Meta, Google,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aleway"/>
                <a:sym typeface="Raleway"/>
              </a:rPr>
              <a:t>TikTok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aleway"/>
                <a:sym typeface="Raleway"/>
              </a:rPr>
              <a:t>) must take proactive steps against harmful deepfakes.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Raleway"/>
              <a:sym typeface="Raleway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aleway"/>
                <a:sym typeface="Raleway"/>
              </a:rPr>
              <a:t>Duties include risk assessment and measures against illegal content and disinformation.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Raleway"/>
              <a:sym typeface="Raleway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aleway"/>
                <a:sym typeface="Raleway"/>
              </a:rPr>
              <a:t>Platforms that do not comply may face fines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aleway"/>
                <a:sym typeface="Raleway"/>
              </a:rPr>
              <a:t>of up to 6%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aleway"/>
                <a:sym typeface="Raleway"/>
              </a:rPr>
              <a:t>of global annual turnover.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Raleway"/>
              <a:sym typeface="Raleway"/>
            </a:endParaRPr>
          </a:p>
          <a:p>
            <a:pPr marL="446088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22222"/>
              </a:buClr>
              <a:buSzPts val="1800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aleway"/>
                <a:sym typeface="Raleway"/>
              </a:rPr>
              <a:t>Harmful content is usually distributed through platforms —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aleway"/>
                <a:sym typeface="Raleway"/>
              </a:rPr>
              <a:t>if a deepfake stays online for days, legal protection becomes much weaker in practice.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228616-C6D9-43C8-8C7D-941D7934C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40" y="1294846"/>
            <a:ext cx="2828622" cy="311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68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E8EB9-3F7D-4338-A8DA-745B1B16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7180" y="3046944"/>
            <a:ext cx="4114800" cy="571500"/>
          </a:xfrm>
        </p:spPr>
        <p:txBody>
          <a:bodyPr>
            <a:normAutofit/>
          </a:bodyPr>
          <a:lstStyle/>
          <a:p>
            <a:r>
              <a:rPr lang="uk-UA" sz="1600" b="1" dirty="0" err="1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uk-UA" sz="1600" b="1" dirty="0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uk-UA" sz="1600" b="1" dirty="0" err="1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eatures</a:t>
            </a:r>
            <a:r>
              <a:rPr lang="uk-UA" sz="1600" b="1" dirty="0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uk-UA" sz="1600" b="1" dirty="0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uk-UA" sz="1600" b="1" dirty="0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b="1" dirty="0" err="1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Danish</a:t>
            </a:r>
            <a:r>
              <a:rPr lang="uk-UA" sz="1600" b="1" dirty="0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uk-UA" sz="1600" b="1" dirty="0" err="1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odel</a:t>
            </a:r>
            <a:endParaRPr lang="uk-UA" sz="1600" dirty="0">
              <a:solidFill>
                <a:schemeClr val="accent3">
                  <a:lumMod val="50000"/>
                </a:schemeClr>
              </a:solidFill>
              <a:latin typeface="Merriweather" panose="000005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33A08-03A5-4B59-A97F-849E963B92BE}"/>
              </a:ext>
            </a:extLst>
          </p:cNvPr>
          <p:cNvSpPr txBox="1"/>
          <p:nvPr/>
        </p:nvSpPr>
        <p:spPr>
          <a:xfrm>
            <a:off x="4457700" y="3563098"/>
            <a:ext cx="403860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457200">
              <a:lnSpc>
                <a:spcPct val="107000"/>
              </a:lnSpc>
              <a:spcAft>
                <a:spcPts val="4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uk-UA" sz="1200" b="1" kern="1200" dirty="0" err="1">
                <a:solidFill>
                  <a:prstClr val="black"/>
                </a:solidFill>
                <a:latin typeface="Raleway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Exceptions: parody, satire, criticism</a:t>
            </a:r>
            <a:endParaRPr lang="uk-UA" sz="1200" b="1" kern="1200" dirty="0">
              <a:solidFill>
                <a:srgbClr val="AA8633"/>
              </a:solidFill>
              <a:latin typeface="Raleway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defTabSz="457200">
              <a:lnSpc>
                <a:spcPct val="107000"/>
              </a:lnSpc>
              <a:spcAft>
                <a:spcPts val="4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uk-UA" sz="1200" b="1" kern="1200" dirty="0" err="1">
                <a:solidFill>
                  <a:prstClr val="black"/>
                </a:solidFill>
                <a:latin typeface="Raleway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But not for dangerous disinformation</a:t>
            </a:r>
            <a:endParaRPr lang="uk-UA" sz="1200" b="1" kern="1200" dirty="0">
              <a:solidFill>
                <a:prstClr val="black"/>
              </a:solidFill>
              <a:latin typeface="Raleway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defTabSz="457200">
              <a:lnSpc>
                <a:spcPct val="107000"/>
              </a:lnSpc>
              <a:spcAft>
                <a:spcPts val="4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uk-UA" sz="1200" b="1" kern="1200" dirty="0" err="1">
                <a:solidFill>
                  <a:prstClr val="black"/>
                </a:solidFill>
                <a:latin typeface="Raleway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Remedies: compensation and removal</a:t>
            </a:r>
            <a:endParaRPr lang="uk-UA" sz="1200" b="1" kern="1200" dirty="0">
              <a:solidFill>
                <a:prstClr val="black"/>
              </a:solidFill>
              <a:latin typeface="Raleway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defTabSz="457200">
              <a:lnSpc>
                <a:spcPct val="107000"/>
              </a:lnSpc>
              <a:spcAft>
                <a:spcPts val="4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uk-UA" sz="1200" b="1" kern="1200" dirty="0" err="1">
                <a:solidFill>
                  <a:schemeClr val="tx1"/>
                </a:solidFill>
                <a:latin typeface="Raleway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Planned entry into force: 1 January 2027</a:t>
            </a:r>
            <a:endParaRPr lang="uk-UA" sz="1200" b="1" kern="1200" dirty="0">
              <a:solidFill>
                <a:schemeClr val="bg2">
                  <a:lumMod val="25000"/>
                </a:schemeClr>
              </a:solidFill>
              <a:latin typeface="Raleway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353DE-6A8A-4E22-A4CB-4A588D730D78}"/>
              </a:ext>
            </a:extLst>
          </p:cNvPr>
          <p:cNvSpPr txBox="1"/>
          <p:nvPr/>
        </p:nvSpPr>
        <p:spPr>
          <a:xfrm>
            <a:off x="4373880" y="1481168"/>
            <a:ext cx="4770120" cy="34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07000"/>
              </a:lnSpc>
              <a:spcAft>
                <a:spcPts val="400"/>
              </a:spcAft>
              <a:buClrTx/>
            </a:pPr>
            <a:r>
              <a:rPr lang="uk-UA" sz="1600" b="1" kern="1200" dirty="0" err="1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-52"/>
                <a:cs typeface="Times New Roman" panose="02020603050405020304" pitchFamily="18" charset="0"/>
              </a:rPr>
              <a:t>Bill to amend the Danish Copyright Act</a:t>
            </a:r>
            <a:endParaRPr lang="uk-UA" sz="1600" b="1" kern="1200" dirty="0">
              <a:solidFill>
                <a:schemeClr val="accent3">
                  <a:lumMod val="50000"/>
                </a:schemeClr>
              </a:solidFill>
              <a:latin typeface="Merriweather" panose="00000500000000000000" pitchFamily="2" charset="-52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04E14E-596F-491E-AA5C-8FC6F82D5391}"/>
              </a:ext>
            </a:extLst>
          </p:cNvPr>
          <p:cNvSpPr txBox="1"/>
          <p:nvPr/>
        </p:nvSpPr>
        <p:spPr>
          <a:xfrm>
            <a:off x="1509349" y="513810"/>
            <a:ext cx="5896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buClrTx/>
            </a:pPr>
            <a:r>
              <a:rPr lang="uk-UA" sz="1800" b="1" kern="1200" dirty="0" err="1">
                <a:solidFill>
                  <a:srgbClr val="AA8633"/>
                </a:solidFill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Danish Bill L 49 (8 October 2026)</a:t>
            </a:r>
            <a:endParaRPr lang="uk-UA" sz="1800" kern="1200" dirty="0">
              <a:solidFill>
                <a:srgbClr val="AA8633"/>
              </a:solidFill>
              <a:latin typeface="Merriweather" panose="00000500000000000000" pitchFamily="2" charset="-52"/>
              <a:ea typeface="+mn-ea"/>
              <a:cs typeface="+mn-cs"/>
            </a:endParaRPr>
          </a:p>
        </p:txBody>
      </p:sp>
      <p:pic>
        <p:nvPicPr>
          <p:cNvPr id="3074" name="Picture 2" descr="ownership of their biometric identity ...">
            <a:extLst>
              <a:ext uri="{FF2B5EF4-FFF2-40B4-BE49-F238E27FC236}">
                <a16:creationId xmlns:a16="http://schemas.microsoft.com/office/drawing/2014/main" id="{D2505670-EC98-4AC7-A7BF-9A07B2F9C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776" y="1588476"/>
            <a:ext cx="2693006" cy="3199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7ADC54-F01F-4678-806D-49E61CEFD898}"/>
              </a:ext>
            </a:extLst>
          </p:cNvPr>
          <p:cNvSpPr txBox="1"/>
          <p:nvPr/>
        </p:nvSpPr>
        <p:spPr>
          <a:xfrm>
            <a:off x="4381500" y="1882701"/>
            <a:ext cx="4572000" cy="775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457200">
              <a:lnSpc>
                <a:spcPct val="107000"/>
              </a:lnSpc>
              <a:spcAft>
                <a:spcPts val="4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uk-UA" sz="1200" b="1" kern="1200" dirty="0" err="1">
                <a:solidFill>
                  <a:prstClr val="black"/>
                </a:solidFill>
                <a:latin typeface="Raleway" pitchFamily="2" charset="-52"/>
                <a:cs typeface="Times New Roman" panose="02020603050405020304" pitchFamily="18" charset="0"/>
              </a:rPr>
              <a:t>Every person controls digital imitations of their face and voice</a:t>
            </a:r>
            <a:endParaRPr lang="uk-UA" sz="1200" b="1" kern="1200" dirty="0">
              <a:solidFill>
                <a:srgbClr val="AA8633"/>
              </a:solidFill>
              <a:latin typeface="Raleway" pitchFamily="2" charset="-52"/>
              <a:cs typeface="Times New Roman" panose="02020603050405020304" pitchFamily="18" charset="0"/>
            </a:endParaRPr>
          </a:p>
          <a:p>
            <a:pPr marL="171450" indent="-171450" defTabSz="457200">
              <a:lnSpc>
                <a:spcPct val="107000"/>
              </a:lnSpc>
              <a:spcAft>
                <a:spcPts val="4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uk-UA" sz="1200" b="1" kern="1200" dirty="0" err="1">
                <a:solidFill>
                  <a:prstClr val="black"/>
                </a:solidFill>
                <a:latin typeface="Raleway" pitchFamily="2" charset="-52"/>
                <a:cs typeface="Times New Roman" panose="02020603050405020304" pitchFamily="18" charset="0"/>
              </a:rPr>
              <a:t>Sharing realistic imitations without consent is illegal</a:t>
            </a:r>
            <a:endParaRPr lang="uk-UA" sz="1200" b="1" kern="1200" dirty="0">
              <a:solidFill>
                <a:prstClr val="black"/>
              </a:solidFill>
              <a:latin typeface="Raleway" pitchFamily="2" charset="-52"/>
              <a:cs typeface="Times New Roman" panose="02020603050405020304" pitchFamily="18" charset="0"/>
            </a:endParaRPr>
          </a:p>
          <a:p>
            <a:pPr marL="171450" indent="-171450" defTabSz="457200">
              <a:lnSpc>
                <a:spcPct val="107000"/>
              </a:lnSpc>
              <a:spcAft>
                <a:spcPts val="4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uk-UA" sz="1200" b="1" kern="1200" dirty="0" err="1">
                <a:solidFill>
                  <a:prstClr val="black"/>
                </a:solidFill>
                <a:latin typeface="Raleway" pitchFamily="2" charset="-52"/>
                <a:cs typeface="Times New Roman" panose="02020603050405020304" pitchFamily="18" charset="0"/>
              </a:rPr>
              <a:t>Protection for performers and artists</a:t>
            </a:r>
          </a:p>
        </p:txBody>
      </p:sp>
    </p:spTree>
    <p:extLst>
      <p:ext uri="{BB962C8B-B14F-4D97-AF65-F5344CB8AC3E}">
        <p14:creationId xmlns:p14="http://schemas.microsoft.com/office/powerpoint/2010/main" val="2402973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403306"/>
            <a:ext cx="4713890" cy="30924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l" rtl="0">
              <a:spcBef>
                <a:spcPts val="4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sz="1600" dirty="0"/>
              <a:t>If a harmful deepfake is online for several hours, it can be copied and shared many times.</a:t>
            </a:r>
            <a:endParaRPr sz="1600" dirty="0"/>
          </a:p>
          <a:p>
            <a:pPr lvl="0" algn="l" rtl="0">
              <a:spcBef>
                <a:spcPts val="4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sz="1600" dirty="0"/>
              <a:t>Later compensation cannot fully restore dignity, trust, or reputation.</a:t>
            </a:r>
            <a:endParaRPr lang="ru-RU" sz="1600" dirty="0"/>
          </a:p>
          <a:p>
            <a:pPr marL="457200" lvl="0" indent="-342900" algn="l" rtl="0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endParaRPr sz="1600" dirty="0"/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A8633"/>
                </a:solidFill>
              </a:rPr>
              <a:t>Open questions for the Danish model:</a:t>
            </a:r>
            <a:endParaRPr lang="ru-RU" sz="1600" b="1" dirty="0">
              <a:solidFill>
                <a:srgbClr val="AA8633"/>
              </a:solidFill>
            </a:endParaRPr>
          </a:p>
          <a:p>
            <a:pPr marL="285750" lvl="0" indent="-285750" algn="l" rtl="0">
              <a:spcBef>
                <a:spcPts val="7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/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600" b="1" i="1" dirty="0"/>
              <a:t>How to define a “realistic digital imitation”?</a:t>
            </a:r>
            <a:endParaRPr sz="1600" b="1" i="1" dirty="0"/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600" b="1" i="1" dirty="0"/>
              <a:t>How to separate harmful deepfakes from parody or satire?</a:t>
            </a:r>
            <a:endParaRPr sz="1600" b="1" i="1" dirty="0"/>
          </a:p>
        </p:txBody>
      </p:sp>
      <p:pic>
        <p:nvPicPr>
          <p:cNvPr id="7170" name="Picture 2" descr="AI satire is reshaping political storytelling. This visual shows how viral  deepfake content blends global leaders with local culture to drive massive  engagement. From parody to political reach. Key highlights: • 4.2M+">
            <a:extLst>
              <a:ext uri="{FF2B5EF4-FFF2-40B4-BE49-F238E27FC236}">
                <a16:creationId xmlns:a16="http://schemas.microsoft.com/office/drawing/2014/main" id="{DF340F3E-7EB7-48A3-9FBD-5491AC473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629" y="1304273"/>
            <a:ext cx="2393171" cy="305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CA2510-E03A-419A-9FEE-D36C6C93E56F}"/>
              </a:ext>
            </a:extLst>
          </p:cNvPr>
          <p:cNvSpPr txBox="1"/>
          <p:nvPr/>
        </p:nvSpPr>
        <p:spPr>
          <a:xfrm>
            <a:off x="1539240" y="863382"/>
            <a:ext cx="303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Why Does This Matter?</a:t>
            </a:r>
            <a:endParaRPr lang="uk-UA" sz="18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>
            <a:alpha val="31000"/>
          </a:srgbClr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505284" y="997689"/>
            <a:ext cx="4191001" cy="37950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>
                <a:solidFill>
                  <a:srgbClr val="AA8633"/>
                </a:solidFill>
              </a:rPr>
              <a:t>LEGAL</a:t>
            </a:r>
            <a:r>
              <a:rPr lang="ru-RU" sz="1400" b="1" dirty="0">
                <a:solidFill>
                  <a:srgbClr val="AA8633"/>
                </a:solidFill>
              </a:rPr>
              <a:t> </a:t>
            </a:r>
            <a:r>
              <a:rPr lang="uk-UA" sz="1400" b="1" dirty="0">
                <a:solidFill>
                  <a:srgbClr val="AA8633"/>
                </a:solidFill>
              </a:rPr>
              <a:t>AND REGULATORY MEASURES </a:t>
            </a:r>
            <a:r>
              <a:rPr lang="en-US" sz="1400" b="1" dirty="0">
                <a:solidFill>
                  <a:srgbClr val="AA8633"/>
                </a:solidFill>
              </a:rPr>
              <a:t> </a:t>
            </a:r>
            <a:r>
              <a:rPr lang="en-US" sz="1400" b="1" dirty="0">
                <a:solidFill>
                  <a:schemeClr val="tx1"/>
                </a:solidFill>
              </a:rPr>
              <a:t>- laws against hate speech; clear rules on </a:t>
            </a:r>
            <a:r>
              <a:rPr lang="en-US" sz="1400" b="1" dirty="0" err="1">
                <a:solidFill>
                  <a:schemeClr val="tx1"/>
                </a:solidFill>
              </a:rPr>
              <a:t>unauthorised</a:t>
            </a:r>
            <a:r>
              <a:rPr lang="en-US" sz="1400" b="1" dirty="0">
                <a:solidFill>
                  <a:schemeClr val="tx1"/>
                </a:solidFill>
              </a:rPr>
              <a:t> digital imitation; fast removal; clear responsibility.</a:t>
            </a:r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>
                <a:solidFill>
                  <a:srgbClr val="AA8633"/>
                </a:solidFill>
              </a:rPr>
              <a:t>PLATFORM</a:t>
            </a:r>
            <a:r>
              <a:rPr lang="ru-RU" sz="1400" b="1" dirty="0">
                <a:solidFill>
                  <a:srgbClr val="AA8633"/>
                </a:solidFill>
              </a:rPr>
              <a:t> </a:t>
            </a:r>
            <a:r>
              <a:rPr lang="uk-UA" sz="1400" b="1" dirty="0">
                <a:solidFill>
                  <a:srgbClr val="AA8633"/>
                </a:solidFill>
              </a:rPr>
              <a:t>RESPONSIBILITY</a:t>
            </a:r>
            <a:r>
              <a:rPr lang="en-US" sz="1400" b="1" dirty="0">
                <a:solidFill>
                  <a:srgbClr val="AA8633"/>
                </a:solidFill>
              </a:rPr>
              <a:t> -</a:t>
            </a:r>
            <a:r>
              <a:rPr lang="en-US" sz="1400" b="1" dirty="0">
                <a:solidFill>
                  <a:srgbClr val="FFC000"/>
                </a:solidFill>
              </a:rPr>
              <a:t> </a:t>
            </a:r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quick reaction; removal when personal rights are violated.</a:t>
            </a:r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>
                <a:solidFill>
                  <a:srgbClr val="AA8633"/>
                </a:solidFill>
              </a:rPr>
              <a:t>TRANSPARENCY </a:t>
            </a:r>
            <a:r>
              <a:rPr lang="uk-UA" sz="1400" b="1" dirty="0">
                <a:solidFill>
                  <a:srgbClr val="AA8633"/>
                </a:solidFill>
              </a:rPr>
              <a:t>AND TECHNICAL MEASURES</a:t>
            </a:r>
            <a:r>
              <a:rPr lang="uk-UA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AA8633"/>
                </a:solidFill>
              </a:rPr>
              <a:t>-</a:t>
            </a:r>
            <a:r>
              <a:rPr lang="en-US" sz="1400" b="1" dirty="0">
                <a:solidFill>
                  <a:srgbClr val="FFC000"/>
                </a:solidFill>
              </a:rPr>
              <a:t>  </a:t>
            </a:r>
            <a:r>
              <a:rPr lang="en-US" sz="1400" b="1" dirty="0">
                <a:solidFill>
                  <a:srgbClr val="002060"/>
                </a:solidFill>
              </a:rPr>
              <a:t>watermarking, detection tools, visible AI labels.</a:t>
            </a:r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 lvl="0" indent="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>
                <a:solidFill>
                  <a:srgbClr val="AA8633"/>
                </a:solidFill>
              </a:rPr>
              <a:t>EDUCATIONAL </a:t>
            </a:r>
            <a:r>
              <a:rPr lang="uk-UA" sz="1400" b="1" dirty="0">
                <a:solidFill>
                  <a:srgbClr val="AA8633"/>
                </a:solidFill>
              </a:rPr>
              <a:t>AND PUBLIC AWARENESS </a:t>
            </a:r>
            <a:r>
              <a:rPr lang="en-US" sz="1400" b="1" dirty="0">
                <a:solidFill>
                  <a:srgbClr val="AA8633"/>
                </a:solidFill>
              </a:rPr>
              <a:t> - </a:t>
            </a:r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teach people to </a:t>
            </a:r>
            <a:r>
              <a:rPr lang="en-US" sz="1400" b="1" dirty="0" err="1">
                <a:solidFill>
                  <a:schemeClr val="tx2">
                    <a:lumMod val="25000"/>
                  </a:schemeClr>
                </a:solidFill>
              </a:rPr>
              <a:t>recognise</a:t>
            </a:r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 manipulated content and verify sources.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0F0F3-4437-485B-8CD5-058B55BAAF56}"/>
              </a:ext>
            </a:extLst>
          </p:cNvPr>
          <p:cNvSpPr txBox="1"/>
          <p:nvPr/>
        </p:nvSpPr>
        <p:spPr>
          <a:xfrm>
            <a:off x="1558290" y="479111"/>
            <a:ext cx="5417820" cy="709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lang="en-US" sz="1800" b="1" dirty="0">
                <a:solidFill>
                  <a:srgbClr val="012877"/>
                </a:solidFill>
                <a:effectLst/>
                <a:latin typeface="Merriweather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How Can We Counteract This Phenomenon?</a:t>
            </a:r>
            <a:endParaRPr lang="uk-UA" sz="1800" dirty="0">
              <a:solidFill>
                <a:srgbClr val="012877"/>
              </a:solidFill>
              <a:effectLst/>
              <a:latin typeface="Merriweather" panose="00000500000000000000" pitchFamily="2" charset="-52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Old shield with flag of european union | Premium Vector">
            <a:extLst>
              <a:ext uri="{FF2B5EF4-FFF2-40B4-BE49-F238E27FC236}">
                <a16:creationId xmlns:a16="http://schemas.microsoft.com/office/drawing/2014/main" id="{FD2AAC96-51BD-46CE-B7A4-093439950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167" y="1189049"/>
            <a:ext cx="3910804" cy="347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20000" y="508056"/>
            <a:ext cx="7704000" cy="43088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200" b="1" i="0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CONCLUSIONS</a:t>
            </a:r>
          </a:p>
        </p:txBody>
      </p:sp>
      <p:sp>
        <p:nvSpPr>
          <p:cNvPr id="3" name="Oval 2"/>
          <p:cNvSpPr/>
          <p:nvPr/>
        </p:nvSpPr>
        <p:spPr>
          <a:xfrm>
            <a:off x="900000" y="1220000"/>
            <a:ext cx="440000" cy="4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0000" y="1255334"/>
            <a:ext cx="6724000" cy="3693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Media hate is a weapon of information war, not a side effect</a:t>
            </a:r>
          </a:p>
        </p:txBody>
      </p:sp>
      <p:sp>
        <p:nvSpPr>
          <p:cNvPr id="5" name="Oval 4"/>
          <p:cNvSpPr/>
          <p:nvPr/>
        </p:nvSpPr>
        <p:spPr>
          <a:xfrm>
            <a:off x="900000" y="1910000"/>
            <a:ext cx="440000" cy="4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0000" y="1945334"/>
            <a:ext cx="6724000" cy="3693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Hate also penetrates our own media and divides us from within</a:t>
            </a:r>
          </a:p>
        </p:txBody>
      </p:sp>
      <p:sp>
        <p:nvSpPr>
          <p:cNvPr id="7" name="Oval 6"/>
          <p:cNvSpPr/>
          <p:nvPr/>
        </p:nvSpPr>
        <p:spPr>
          <a:xfrm>
            <a:off x="900000" y="2600000"/>
            <a:ext cx="440000" cy="4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0000" y="2635334"/>
            <a:ext cx="6724000" cy="3693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Deepfakes turn hate into “evidence” and help to deny real facts</a:t>
            </a:r>
          </a:p>
        </p:txBody>
      </p:sp>
      <p:sp>
        <p:nvSpPr>
          <p:cNvPr id="9" name="Oval 8"/>
          <p:cNvSpPr/>
          <p:nvPr/>
        </p:nvSpPr>
        <p:spPr>
          <a:xfrm>
            <a:off x="900000" y="3290000"/>
            <a:ext cx="440000" cy="4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0000" y="3186835"/>
            <a:ext cx="6724000" cy="64633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AI Act </a:t>
            </a:r>
            <a:r>
              <a:rPr lang="en-US"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-</a:t>
            </a:r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 transparency · DSA </a:t>
            </a:r>
            <a:r>
              <a:rPr lang="en-US"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-</a:t>
            </a:r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 platforms · Denmark </a:t>
            </a:r>
            <a:r>
              <a:rPr lang="en-US"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-</a:t>
            </a:r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 prevention. </a:t>
            </a:r>
            <a:endParaRPr lang="en-US" sz="1800" b="1" i="1" dirty="0">
              <a:solidFill>
                <a:schemeClr val="accent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algn="l"/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But speed is still the main problem</a:t>
            </a:r>
          </a:p>
        </p:txBody>
      </p:sp>
      <p:sp>
        <p:nvSpPr>
          <p:cNvPr id="11" name="Oval 10"/>
          <p:cNvSpPr/>
          <p:nvPr/>
        </p:nvSpPr>
        <p:spPr>
          <a:xfrm>
            <a:off x="900000" y="3980000"/>
            <a:ext cx="440000" cy="4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00921"/>
                </a:solidFill>
                <a:latin typeface="Times New Roman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4024840"/>
            <a:ext cx="7024910" cy="3693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Our </a:t>
            </a:r>
            <a:r>
              <a:rPr sz="1800" b="1" i="1" dirty="0" err="1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defence</a:t>
            </a:r>
            <a:r>
              <a:rPr sz="1800" b="1" i="1" dirty="0">
                <a:solidFill>
                  <a:schemeClr val="accent2">
                    <a:lumMod val="90000"/>
                    <a:lumOff val="10000"/>
                  </a:schemeClr>
                </a:solidFill>
                <a:latin typeface="Times New Roman"/>
              </a:rPr>
              <a:t> must be joint: law, platforms, technology, educated citizens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6E2E0B-4160-47B2-B503-28DE4314E448}"/>
              </a:ext>
            </a:extLst>
          </p:cNvPr>
          <p:cNvSpPr txBox="1"/>
          <p:nvPr/>
        </p:nvSpPr>
        <p:spPr>
          <a:xfrm>
            <a:off x="1023822" y="1398763"/>
            <a:ext cx="6945005" cy="2132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37661" algn="just">
              <a:lnSpc>
                <a:spcPct val="107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90000"/>
                    <a:lumOff val="10000"/>
                  </a:schemeClr>
                </a:solidFill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Hate speech in the media is not a problem of words; it is a serious challenge for society, democracy, and national security. </a:t>
            </a:r>
            <a:endParaRPr lang="uk-UA" sz="2000" dirty="0">
              <a:solidFill>
                <a:schemeClr val="accent2">
                  <a:lumMod val="90000"/>
                  <a:lumOff val="10000"/>
                </a:schemeClr>
              </a:solidFill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37661" algn="just">
              <a:lnSpc>
                <a:spcPct val="107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90000"/>
                    <a:lumOff val="10000"/>
                  </a:schemeClr>
                </a:solidFill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way we speak to one another today – and the way we let machines speak for us – will define the society we live in tomorrow — let it be one of dignity, not of hate!</a:t>
            </a:r>
            <a:endParaRPr lang="uk-UA" sz="2000" dirty="0">
              <a:solidFill>
                <a:schemeClr val="accent2">
                  <a:lumMod val="90000"/>
                  <a:lumOff val="10000"/>
                </a:schemeClr>
              </a:solidFill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374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1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EB82B0-3ABB-4296-ABF5-5A5798F41DDC}"/>
              </a:ext>
            </a:extLst>
          </p:cNvPr>
          <p:cNvSpPr txBox="1"/>
          <p:nvPr/>
        </p:nvSpPr>
        <p:spPr>
          <a:xfrm>
            <a:off x="1286468" y="2125192"/>
            <a:ext cx="6129632" cy="592983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en-US" sz="3200" b="1" dirty="0">
                <a:solidFill>
                  <a:schemeClr val="accent2">
                    <a:lumMod val="90000"/>
                    <a:lumOff val="10000"/>
                  </a:schemeClr>
                </a:solidFill>
                <a:latin typeface="Lora Medium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THANK YOU </a:t>
            </a:r>
            <a:r>
              <a:rPr lang="en-US" sz="3200" b="1" dirty="0">
                <a:solidFill>
                  <a:srgbClr val="FFC000"/>
                </a:solidFill>
                <a:latin typeface="Lora Medium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FOR ATTENTION!</a:t>
            </a:r>
            <a:endParaRPr lang="uk-UA" sz="3200" dirty="0">
              <a:solidFill>
                <a:srgbClr val="FFC000"/>
              </a:solidFill>
              <a:latin typeface="Lora Medium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217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1F141302-15C7-4547-892D-52C57962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EFC76-D321-4FBB-B71A-9C773C3A08D9}"/>
              </a:ext>
            </a:extLst>
          </p:cNvPr>
          <p:cNvSpPr txBox="1"/>
          <p:nvPr/>
        </p:nvSpPr>
        <p:spPr>
          <a:xfrm>
            <a:off x="145733" y="574586"/>
            <a:ext cx="8852533" cy="364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References:</a:t>
            </a:r>
            <a:endParaRPr lang="ru-RU" sz="8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/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I.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Russian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War</a:t>
            </a:r>
            <a:endParaRPr lang="uk-UA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Rid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Wojna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informacyjna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Warszawa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2022; J.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Garth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V.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O’Donnell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Propaganda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&amp;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Persuasion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5th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edition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Angeles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2012.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Treyger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Cheravitch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R. S.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Cohen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Russian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Disinformation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Efforts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Santa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Monica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2022,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107-130; R.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Faust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disinformation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impacts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politics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29.5.2018,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https://www.ned.org/issue-brief-how-disinformation-impacts-politics-and-publics/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27.05.2024].</a:t>
            </a: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Comparative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Legal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Ukrainian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Regulation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(2018)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https://www.osce.org/files/f/documents/7/e/384567.pdf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</a:t>
            </a: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directed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Ukrainians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Russian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https://www.diva-portal.org/smash/get/diva2:1739518/FULLTEXT01.pdf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27.08.2025]-</a:t>
            </a: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Dehumanization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Russia's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Narrative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Ukraine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(2025</a:t>
            </a:r>
            <a:r>
              <a:rPr lang="en-US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https://www.rand.org/pubs/research_briefs/RBA3450-1.html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</a:t>
            </a:r>
            <a:r>
              <a:rPr lang="en-US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calls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genocide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Putin’s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Russia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(2024)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https://euvsdisinfo.eu/hate-speech-and-calls-for-genocide-in-putins-russia/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[date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 </a:t>
            </a: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Conceptual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sphere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propaganda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discourse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agressor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country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(2024)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https://science.lpnu.ua/sites/default/files/journal-paper/2024/may/34470/10_0.pdf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</a:t>
            </a:r>
          </a:p>
          <a:p>
            <a:pPr marL="457200"/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</a:t>
            </a:r>
            <a:r>
              <a:rPr lang="uk-UA" sz="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II. </a:t>
            </a:r>
            <a:r>
              <a:rPr lang="uk-UA" sz="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Ukrainian</a:t>
            </a:r>
            <a:r>
              <a:rPr lang="uk-UA" sz="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uk-UA" sz="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Landscape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telegram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messenger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tiktok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network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manifestation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during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russia's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full-scale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invasion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ukraine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2024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http://regionalstudies.uzhnu.uz.ua/archive/39/5.pdf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</a:t>
            </a: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contemporary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journalism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regional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dimension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(2025)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https://www.philol.vernadskyjournals.in.ua/journals/2025/1_2025/part_2/45.pdf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</a:t>
            </a: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View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Ukrainian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Discourse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(2022)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https://journals.ispan.edu.pl/index.php/cs-ec/en/article/view/cs.2624/8200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</a:t>
            </a: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Speech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Ukrainian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Discourse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(2022)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chrome-extension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efaidnbmnnnibpcajpcglclefindmkaj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/https://euneighbourseast.eu/wp-content/uploads/2022/01/report_hate-speech-ukraine-en-14.01.2022.pdf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27.08.2025]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representatives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Kyiv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regime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"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language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hatred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2024 - </a:t>
            </a:r>
            <a:r>
              <a:rPr lang="uk-UA" sz="8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August</a:t>
            </a:r>
            <a:r>
              <a:rPr lang="uk-UA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2025.</a:t>
            </a:r>
            <a:r>
              <a:rPr lang="en-US" sz="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(2025)</a:t>
            </a:r>
            <a:endParaRPr lang="uk-UA" sz="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https://mid.ru/en/press_service/articles_and_rebuttals/en/examples-of-manifestations-of-russophobia/2037744/?lang=ru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uk-UA" sz="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27.08.2025]</a:t>
            </a:r>
          </a:p>
          <a:p>
            <a:pPr algn="just">
              <a:spcAft>
                <a:spcPts val="800"/>
              </a:spcAft>
            </a:pPr>
            <a:endParaRPr lang="uk-UA" sz="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370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450000"/>
            <a:ext cx="7944000" cy="43000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 i="0" dirty="0">
                <a:solidFill>
                  <a:srgbClr val="1A1A1A"/>
                </a:solidFill>
                <a:latin typeface="Times New Roman"/>
              </a:rPr>
              <a:t>Part III. Deepfakes and Media Hate; Legal Response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Zelensky “surrender” deepfake (Lead Stories, 17.03.2022) – https://leadstories.com/hoax-alert/2022/03/fact-check-surrender-video-of-zelenskyy-is-deepfake.html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AI-generated videos of Hollywood actors (Interfax-Ukraine, 25.02.2026) – https://en.interfax.com.ua/news/general/1147450.html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“Olympics Has Fallen” and AI Tom Cruise (</a:t>
            </a:r>
            <a:r>
              <a:rPr sz="900" b="0" i="0" dirty="0" err="1">
                <a:solidFill>
                  <a:srgbClr val="1A1A1A"/>
                </a:solidFill>
                <a:latin typeface="Times New Roman"/>
              </a:rPr>
              <a:t>CyberScoop</a:t>
            </a:r>
            <a:r>
              <a:rPr sz="900" b="0" i="0" dirty="0">
                <a:solidFill>
                  <a:srgbClr val="1A1A1A"/>
                </a:solidFill>
                <a:latin typeface="Times New Roman"/>
              </a:rPr>
              <a:t>, 03.06.2024) – https://cyberscoop.com/russia-tom-cruise-ai-paris-olympics/</a:t>
            </a:r>
          </a:p>
          <a:p>
            <a:pPr algn="l"/>
            <a:r>
              <a:rPr sz="900" b="0" i="0" dirty="0" err="1">
                <a:solidFill>
                  <a:srgbClr val="1A1A1A"/>
                </a:solidFill>
                <a:latin typeface="Times New Roman"/>
              </a:rPr>
              <a:t>Euronews</a:t>
            </a:r>
            <a:r>
              <a:rPr sz="900" b="0" i="0" dirty="0">
                <a:solidFill>
                  <a:srgbClr val="1A1A1A"/>
                </a:solidFill>
                <a:latin typeface="Times New Roman"/>
              </a:rPr>
              <a:t> journalists’ voices stolen in fake anti-Ukraine videos (</a:t>
            </a:r>
            <a:r>
              <a:rPr sz="900" b="0" i="0" dirty="0" err="1">
                <a:solidFill>
                  <a:srgbClr val="1A1A1A"/>
                </a:solidFill>
                <a:latin typeface="Times New Roman"/>
              </a:rPr>
              <a:t>Euronews</a:t>
            </a:r>
            <a:r>
              <a:rPr sz="900" b="0" i="0" dirty="0">
                <a:solidFill>
                  <a:srgbClr val="1A1A1A"/>
                </a:solidFill>
                <a:latin typeface="Times New Roman"/>
              </a:rPr>
              <a:t>, 15.01.2026) – https://www.euronews.com/2026/01/15/euronews-journalists-voices-stolen-in-fake-anti-ukraine-videos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AI deepfakes in Danish politics (The Local, 13.05.2024) – https://www.thelocal.dk/20240513/explained-how-ai-deep-fakes-are-bringing-new-tensions-to-danish-politics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EU probes Grok over deepfakes of women and minors (Al Jazeera, 26.01.2026) – https://www.aljazeera.com/news/2026/1/26/eu-launches-probe-into-grok-ai-feature-creating-deepfakes-of-women-minors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Russia expands AI disinformation into cognitive warfare (</a:t>
            </a:r>
            <a:r>
              <a:rPr sz="900" b="0" i="0" dirty="0" err="1">
                <a:solidFill>
                  <a:srgbClr val="1A1A1A"/>
                </a:solidFill>
                <a:latin typeface="Times New Roman"/>
              </a:rPr>
              <a:t>Ukrinform</a:t>
            </a:r>
            <a:r>
              <a:rPr sz="900" b="0" i="0" dirty="0">
                <a:solidFill>
                  <a:srgbClr val="1A1A1A"/>
                </a:solidFill>
                <a:latin typeface="Times New Roman"/>
              </a:rPr>
              <a:t>, 24.04.2026) – https://www.ukrinform.net/rubric-ato/4115994-russia-expands-ai-disinformation-into-cognitive-warfare.html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AI Act Article 50 after the Digital Omnibus (Jones Walker) – https://www.joneswalker.com/en/insights/blogs/ai-law-blog/yes-august-2-still-matters-the-eu-approved-a-high-risk-ai-delay-but-most-trans.html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Danish Bill L 49 on digital imitations (AI Policy Desk, 10.2026) – https://www.aipolicydesk.com/blog/denmark-deepfake-bill-faces-voices-consent-2026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Times New Roman"/>
              </a:rPr>
              <a:t>Poland asks the EU to investigate </a:t>
            </a:r>
            <a:r>
              <a:rPr sz="900" b="0" i="0" dirty="0" err="1">
                <a:solidFill>
                  <a:srgbClr val="1A1A1A"/>
                </a:solidFill>
                <a:latin typeface="Times New Roman"/>
              </a:rPr>
              <a:t>TikTok</a:t>
            </a:r>
            <a:r>
              <a:rPr sz="900" b="0" i="0" dirty="0">
                <a:solidFill>
                  <a:srgbClr val="1A1A1A"/>
                </a:solidFill>
                <a:latin typeface="Times New Roman"/>
              </a:rPr>
              <a:t> over AI “</a:t>
            </a:r>
            <a:r>
              <a:rPr sz="900" b="0" i="0" dirty="0" err="1">
                <a:solidFill>
                  <a:srgbClr val="1A1A1A"/>
                </a:solidFill>
                <a:latin typeface="Times New Roman"/>
              </a:rPr>
              <a:t>Polexit</a:t>
            </a:r>
            <a:r>
              <a:rPr sz="900" b="0" i="0" dirty="0">
                <a:solidFill>
                  <a:srgbClr val="1A1A1A"/>
                </a:solidFill>
                <a:latin typeface="Times New Roman"/>
              </a:rPr>
              <a:t>” content (</a:t>
            </a:r>
            <a:r>
              <a:rPr sz="900" b="0" i="0" dirty="0" err="1">
                <a:solidFill>
                  <a:srgbClr val="1A1A1A"/>
                </a:solidFill>
                <a:latin typeface="Times New Roman"/>
              </a:rPr>
              <a:t>Yevropeiska</a:t>
            </a:r>
            <a:r>
              <a:rPr sz="900" b="0" i="0" dirty="0">
                <a:solidFill>
                  <a:srgbClr val="1A1A1A"/>
                </a:solidFill>
                <a:latin typeface="Times New Roman"/>
              </a:rPr>
              <a:t> Pravda, 30.12.2025) – https://www.eurointegration.com.ua/rus/news/2025/12/30/7228149/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gal Services Agency by Slidesgo">
  <a:themeElements>
    <a:clrScheme name="Simple Light">
      <a:dk1>
        <a:srgbClr val="FFFFFF"/>
      </a:dk1>
      <a:lt1>
        <a:srgbClr val="002034"/>
      </a:lt1>
      <a:dk2>
        <a:srgbClr val="F2C67E"/>
      </a:dk2>
      <a:lt2>
        <a:srgbClr val="C08515"/>
      </a:lt2>
      <a:accent1>
        <a:srgbClr val="033C4D"/>
      </a:accent1>
      <a:accent2>
        <a:srgbClr val="00092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thello template">
  <a:themeElements>
    <a:clrScheme name="Custom 347">
      <a:dk1>
        <a:srgbClr val="222222"/>
      </a:dk1>
      <a:lt1>
        <a:srgbClr val="FFFFFF"/>
      </a:lt1>
      <a:dk2>
        <a:srgbClr val="8B8B8B"/>
      </a:dk2>
      <a:lt2>
        <a:srgbClr val="F3F3F3"/>
      </a:lt2>
      <a:accent1>
        <a:srgbClr val="A8122A"/>
      </a:accent1>
      <a:accent2>
        <a:srgbClr val="B88A92"/>
      </a:accent2>
      <a:accent3>
        <a:srgbClr val="F5F1E0"/>
      </a:accent3>
      <a:accent4>
        <a:srgbClr val="D6CEAD"/>
      </a:accent4>
      <a:accent5>
        <a:srgbClr val="434343"/>
      </a:accent5>
      <a:accent6>
        <a:srgbClr val="B7B7B7"/>
      </a:accent6>
      <a:hlink>
        <a:srgbClr val="A8122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ANISH">
      <a:majorFont>
        <a:latin typeface="Barlow Condensed Bold"/>
        <a:ea typeface=""/>
        <a:cs typeface=""/>
      </a:majorFont>
      <a:minorFont>
        <a:latin typeface="Canva Sans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4058</Words>
  <Application>Microsoft Office PowerPoint</Application>
  <PresentationFormat>Екран (16:9)</PresentationFormat>
  <Paragraphs>272</Paragraphs>
  <Slides>38</Slides>
  <Notes>26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15</vt:i4>
      </vt:variant>
      <vt:variant>
        <vt:lpstr>Тема</vt:lpstr>
      </vt:variant>
      <vt:variant>
        <vt:i4>4</vt:i4>
      </vt:variant>
      <vt:variant>
        <vt:lpstr>Заголовки слайдів</vt:lpstr>
      </vt:variant>
      <vt:variant>
        <vt:i4>38</vt:i4>
      </vt:variant>
    </vt:vector>
  </HeadingPairs>
  <TitlesOfParts>
    <vt:vector size="57" baseType="lpstr">
      <vt:lpstr>Raleway</vt:lpstr>
      <vt:lpstr>Merriweather</vt:lpstr>
      <vt:lpstr>Lora Medium</vt:lpstr>
      <vt:lpstr>Calibri</vt:lpstr>
      <vt:lpstr>Montserrat</vt:lpstr>
      <vt:lpstr>Proxima Nova</vt:lpstr>
      <vt:lpstr>Barlow Condensed Bold</vt:lpstr>
      <vt:lpstr>Lora</vt:lpstr>
      <vt:lpstr>Book Antiqua</vt:lpstr>
      <vt:lpstr>Arial</vt:lpstr>
      <vt:lpstr>Wingdings</vt:lpstr>
      <vt:lpstr>Times New Roman</vt:lpstr>
      <vt:lpstr>Canva Sans Bold</vt:lpstr>
      <vt:lpstr>Montserrat SemiBold</vt:lpstr>
      <vt:lpstr>Symbol</vt:lpstr>
      <vt:lpstr>Legal Services Agency by Slidesgo</vt:lpstr>
      <vt:lpstr>Slidesgo Final Pages</vt:lpstr>
      <vt:lpstr>Othello template</vt:lpstr>
      <vt:lpstr>Office Theme</vt:lpstr>
      <vt:lpstr>MEDIA HATE AS AN INSTIGATOR OF INFORMATION WARFARE AND SOCIAL DESTABILIZATION</vt:lpstr>
      <vt:lpstr>Презентація PowerPoint</vt:lpstr>
      <vt:lpstr>Презентація PowerPoint</vt:lpstr>
      <vt:lpstr>Презентація PowerPoint</vt:lpstr>
      <vt:lpstr>HATE SPEECH IN RUSSIA SERVES AT LEAST THREE MAIN FUNCTIONS: </vt:lpstr>
      <vt:lpstr>EXAMPLES HOW HATE SPEECH PENETRATES EVERYDAY LIFE</vt:lpstr>
      <vt:lpstr>HATE SPEECH IN RUSSIA SERVES AT LEAST THREE MAIN FUNCTIONS: </vt:lpstr>
      <vt:lpstr>RUSSIA AGAINST UKRAINE AND EU</vt:lpstr>
      <vt:lpstr>EXAMPLES OF HATE SPEECH IN FOREIGN POLICY:</vt:lpstr>
      <vt:lpstr>INTERNATIONAL DIMENSION </vt:lpstr>
      <vt:lpstr>Презентація PowerPoint</vt:lpstr>
      <vt:lpstr>HATE SPEECH AS A PRECURSOR TO VIOLENCE `</vt:lpstr>
      <vt:lpstr>HATE SPEECH IN THE UKRAINIAN MEDIA LANDSCAPE</vt:lpstr>
      <vt:lpstr>NEW FORMS OF HATE SPEECH IN WARTIME</vt:lpstr>
      <vt:lpstr>Презентація PowerPoint</vt:lpstr>
      <vt:lpstr>RISKS FOR DEMOCRACY</vt:lpstr>
      <vt:lpstr>Презентація PowerPoint</vt:lpstr>
      <vt:lpstr>Презентація PowerPoint</vt:lpstr>
      <vt:lpstr>This is exactly what a deepfake does!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The AI Act and the Digital Services Act</vt:lpstr>
      <vt:lpstr>Digital Services Act, or DSA</vt:lpstr>
      <vt:lpstr>Key features of the Danish model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SERVICES AGENCY</dc:title>
  <cp:lastModifiedBy>Anna Hurzhii</cp:lastModifiedBy>
  <cp:revision>48</cp:revision>
  <dcterms:modified xsi:type="dcterms:W3CDTF">2026-10-26T13:20:22Z</dcterms:modified>
</cp:coreProperties>
</file>